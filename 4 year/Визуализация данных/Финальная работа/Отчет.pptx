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4"/>
  </p:notesMasterIdLst>
  <p:handoutMasterIdLst>
    <p:handoutMasterId r:id="rId25"/>
  </p:handoutMasterIdLst>
  <p:sldIdLst>
    <p:sldId id="276" r:id="rId5"/>
    <p:sldId id="304" r:id="rId6"/>
    <p:sldId id="295" r:id="rId7"/>
    <p:sldId id="299" r:id="rId8"/>
    <p:sldId id="300" r:id="rId9"/>
    <p:sldId id="301" r:id="rId10"/>
    <p:sldId id="302" r:id="rId11"/>
    <p:sldId id="303" r:id="rId12"/>
    <p:sldId id="256" r:id="rId13"/>
    <p:sldId id="257" r:id="rId14"/>
    <p:sldId id="279" r:id="rId15"/>
    <p:sldId id="281" r:id="rId16"/>
    <p:sldId id="283" r:id="rId17"/>
    <p:sldId id="293" r:id="rId18"/>
    <p:sldId id="294" r:id="rId19"/>
    <p:sldId id="296" r:id="rId20"/>
    <p:sldId id="297" r:id="rId21"/>
    <p:sldId id="262" r:id="rId22"/>
    <p:sldId id="298" r:id="rId23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2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70" autoAdjust="0"/>
    <p:restoredTop sz="96327" autoAdjust="0"/>
  </p:normalViewPr>
  <p:slideViewPr>
    <p:cSldViewPr snapToGrid="0">
      <p:cViewPr varScale="1">
        <p:scale>
          <a:sx n="127" d="100"/>
          <a:sy n="127" d="100"/>
        </p:scale>
        <p:origin x="216" y="208"/>
      </p:cViewPr>
      <p:guideLst>
        <p:guide orient="horz" pos="292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933"/>
    </p:cViewPr>
  </p:sorterViewPr>
  <p:notesViewPr>
    <p:cSldViewPr snapToGrid="0">
      <p:cViewPr varScale="1">
        <p:scale>
          <a:sx n="82" d="100"/>
          <a:sy n="82" d="100"/>
        </p:scale>
        <p:origin x="394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B022A2D-42FA-4553-8772-8DAE87B769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FDD895D-FAE0-4BCC-A867-FF4B70D9BF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91C4FDE2-81F7-4386-AF64-3DBCB37AAB52}" type="datetime1">
              <a:rPr lang="ru-RU" smtClean="0"/>
              <a:t>09.01.2026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C4706EC-595E-4FD0-9EC4-968864CC93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F699D8E-A980-43D3-BFB9-0812FFA36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5C4EE72E-E5A5-44ED-A736-DB8D8EE9B4C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6174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55BE39A4-D649-4F08-8BAB-DEF096DCE61C}" type="datetime1">
              <a:rPr lang="ru-RU" smtClean="0"/>
              <a:pPr/>
              <a:t>09.01.2026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8D942FC2-A162-47B3-989B-571A6241496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132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942FC2-A162-47B3-989B-571A62414964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0900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942FC2-A162-47B3-989B-571A62414964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9247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3ED2F-8E6D-0E57-E9AE-7257D6F6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3222B56-86BD-2C1A-C1BB-43B81D9AC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3E797B6-74A8-2B4D-8C92-7437AF254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13AFD5-FA09-3B3E-F8F3-F6D2710A7F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942FC2-A162-47B3-989B-571A62414964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6490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60DE8-BD7A-C847-6ED8-5C5319C88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CC0A6BA-CD6F-BF75-CF13-91EE74987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5ED0D28-27BA-8BF4-87F1-251FDD5010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78D47AA-3AC3-32F5-2860-A600078709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942FC2-A162-47B3-989B-571A62414964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6104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9D197-D3AB-E0C1-839D-7A1A4CA56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4F02DDE-5642-4EDA-06E7-CD69B6E0DA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1BECC96-BF57-2B2A-45C7-D4AEE1425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41EF18-F4EA-BFAD-A90F-8D44C25453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942FC2-A162-47B3-989B-571A62414964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93709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4C157-26D3-035C-FE64-C41DB6126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9879897-2180-73B3-146D-1CD771508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80447F4-7E5F-1D19-2EE2-8EA0DECCF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D8A805-7EC0-2093-2E3E-55A5F4DC6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942FC2-A162-47B3-989B-571A62414964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92042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942FC2-A162-47B3-989B-571A62414964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0468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942FC2-A162-47B3-989B-571A62414964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8800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942FC2-A162-47B3-989B-571A62414964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76679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942FC2-A162-47B3-989B-571A62414964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48561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942FC2-A162-47B3-989B-571A62414964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15704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942FC2-A162-47B3-989B-571A62414964}" type="slidenum">
              <a:rPr lang="ru-RU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35904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942FC2-A162-47B3-989B-571A62414964}" type="slidenum">
              <a:rPr lang="ru-RU" smtClean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95725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942FC2-A162-47B3-989B-571A62414964}" type="slidenum">
              <a:rPr lang="ru-RU" smtClean="0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97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942FC2-A162-47B3-989B-571A62414964}" type="slidenum">
              <a:rPr lang="ru-RU" smtClean="0"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6881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942FC2-A162-47B3-989B-571A62414964}" type="slidenum">
              <a:rPr lang="ru-RU" smtClean="0"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01432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942FC2-A162-47B3-989B-571A62414964}" type="slidenum">
              <a:rPr lang="ru-RU" smtClean="0"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4091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олово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97100" y="1079500"/>
            <a:ext cx="7797799" cy="2138400"/>
          </a:xfrm>
        </p:spPr>
        <p:txBody>
          <a:bodyPr rtlCol="0" anchor="b">
            <a:normAutofit/>
          </a:bodyPr>
          <a:lstStyle>
            <a:lvl1pPr algn="ctr">
              <a:defRPr lang="ru-RU" sz="28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08350" y="4113213"/>
            <a:ext cx="5575300" cy="1655762"/>
          </a:xfrm>
        </p:spPr>
        <p:txBody>
          <a:bodyPr rtlCol="0"/>
          <a:lstStyle>
            <a:lvl1pPr marL="0" indent="0" algn="ctr">
              <a:buNone/>
              <a:defRPr lang="ru-RU" sz="2400" i="1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01C0CAB-6A03-4C6A-9FAA-219847753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F982E0B2-AA9C-441C-A08E-A9DF9CF12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grpSp>
          <p:nvGrpSpPr>
            <p:cNvPr id="17" name="Группа 16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solidFill>
                    <a:schemeClr val="tx1"/>
                  </a:solidFill>
                  <a:latin typeface="Calibri Light" panose="020F0302020204030204" pitchFamily="34" charset="0"/>
                </a:endParaRPr>
              </a:p>
            </p:txBody>
          </p: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34325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97100" y="1079500"/>
            <a:ext cx="7797799" cy="2543594"/>
          </a:xfrm>
        </p:spPr>
        <p:txBody>
          <a:bodyPr rtlCol="0" anchor="b">
            <a:normAutofit/>
          </a:bodyPr>
          <a:lstStyle>
            <a:lvl1pPr algn="ctr">
              <a:defRPr lang="ru-RU" sz="28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A8224D70-2CA9-3DC4-F002-EC470A48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8" name="Полилиния: Фигура 15">
              <a:extLst>
                <a:ext uri="{FF2B5EF4-FFF2-40B4-BE49-F238E27FC236}">
                  <a16:creationId xmlns:a16="http://schemas.microsoft.com/office/drawing/2014/main" id="{C0B1F33F-4201-2B4E-E8EC-1D07263083EB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2ED5B178-0506-30BE-93BB-73C02006B988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0" name="Полилиния: Фигура 17">
                <a:extLst>
                  <a:ext uri="{FF2B5EF4-FFF2-40B4-BE49-F238E27FC236}">
                    <a16:creationId xmlns:a16="http://schemas.microsoft.com/office/drawing/2014/main" id="{B3F854F0-E9B7-2C32-CA3C-FA9719440768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solidFill>
                    <a:schemeClr val="tx1"/>
                  </a:solidFill>
                  <a:latin typeface="Calibri Light" panose="020F0302020204030204" pitchFamily="34" charset="0"/>
                </a:endParaRPr>
              </a:p>
            </p:txBody>
          </p: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E8224CDA-DD93-0DF6-7DD9-8328D16060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3FA5F65-B2C5-BB65-83E3-F195EEE49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26000" y="409908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300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0C1D561-971B-43DB-A5A7-63A887A0CA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5150" y="548640"/>
            <a:ext cx="5486400" cy="1371600"/>
          </a:xfrm>
        </p:spPr>
        <p:txBody>
          <a:bodyPr rtlCol="0" anchor="b" anchorCtr="0">
            <a:noAutofit/>
          </a:bodyPr>
          <a:lstStyle>
            <a:lvl1pPr algn="ctr">
              <a:defRPr lang="ru-RU"/>
            </a:lvl1pPr>
          </a:lstStyle>
          <a:p>
            <a:pPr algn="ctr" rtl="0"/>
            <a:r>
              <a:rPr lang="ru-RU"/>
              <a:t>Заголовок слайда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8CACFD68-412E-48B4-B9EB-FEDC20A81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023391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Объект 2">
            <a:extLst>
              <a:ext uri="{FF2B5EF4-FFF2-40B4-BE49-F238E27FC236}">
                <a16:creationId xmlns:a16="http://schemas.microsoft.com/office/drawing/2014/main" id="{4F0731E0-58E0-4382-ADA7-A9C6DE2E7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5149" y="2759076"/>
            <a:ext cx="5486399" cy="3009899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spcBef>
                <a:spcPts val="1000"/>
              </a:spcBef>
              <a:defRPr lang="ru-RU" sz="1800"/>
            </a:lvl1pPr>
            <a:lvl2pPr>
              <a:lnSpc>
                <a:spcPct val="100000"/>
              </a:lnSpc>
              <a:spcBef>
                <a:spcPts val="1000"/>
              </a:spcBef>
              <a:defRPr lang="ru-RU" sz="1800"/>
            </a:lvl2pPr>
            <a:lvl3pPr>
              <a:lnSpc>
                <a:spcPct val="100000"/>
              </a:lnSpc>
              <a:spcBef>
                <a:spcPts val="1000"/>
              </a:spcBef>
              <a:defRPr lang="ru-RU" sz="1600"/>
            </a:lvl3pPr>
            <a:lvl4pPr>
              <a:lnSpc>
                <a:spcPct val="100000"/>
              </a:lnSpc>
              <a:spcBef>
                <a:spcPts val="1000"/>
              </a:spcBef>
              <a:defRPr lang="ru-RU" sz="1800"/>
            </a:lvl4pPr>
            <a:lvl5pPr>
              <a:lnSpc>
                <a:spcPct val="100000"/>
              </a:lnSpc>
              <a:spcBef>
                <a:spcPts val="1000"/>
              </a:spcBef>
              <a:defRPr lang="ru-RU" sz="1800"/>
            </a:lvl5pPr>
            <a:lvl6pPr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defRPr lang="ru-RU" sz="1600">
                <a:latin typeface="Calibri Light" panose="020F0302020204030204" pitchFamily="34" charset="0"/>
              </a:defRPr>
            </a:lvl6pPr>
            <a:lvl7pPr>
              <a:buClr>
                <a:schemeClr val="accent5"/>
              </a:buClr>
              <a:defRPr lang="ru-RU"/>
            </a:lvl7pPr>
          </a:lstStyle>
          <a:p>
            <a:pPr lvl="0" rtl="0"/>
            <a:r>
              <a:rPr lang="ru-RU" dirty="0"/>
              <a:t>Щелкните, чтобы добавить содержимое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  <a:p>
            <a:pPr lvl="5" rtl="0"/>
            <a:endParaRPr lang="ru-RU" dirty="0"/>
          </a:p>
          <a:p>
            <a:pPr lvl="2" rtl="0"/>
            <a:endParaRPr lang="ru-RU" dirty="0"/>
          </a:p>
        </p:txBody>
      </p:sp>
      <p:sp>
        <p:nvSpPr>
          <p:cNvPr id="11" name="Дата 3">
            <a:extLst>
              <a:ext uri="{FF2B5EF4-FFF2-40B4-BE49-F238E27FC236}">
                <a16:creationId xmlns:a16="http://schemas.microsoft.com/office/drawing/2014/main" id="{23D67752-1F0B-4C84-BBA7-A57E2793D9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 rtlCol="0"/>
          <a:lstStyle>
            <a:lvl1pPr>
              <a:defRPr lang="ru-RU"/>
            </a:lvl1pPr>
          </a:lstStyle>
          <a:p>
            <a:pPr rtl="0">
              <a:defRPr lang="ru-RU"/>
            </a:pPr>
            <a:r>
              <a:rPr lang="ru-RU">
                <a:solidFill>
                  <a:prstClr val="white">
                    <a:alpha val="70000"/>
                  </a:prstClr>
                </a:solidFill>
              </a:rPr>
              <a:t>20ГГ</a:t>
            </a:r>
            <a:endParaRPr lang="ru-RU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A4033A0-8E66-4ABA-9E27-744642AA9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54794" y="0"/>
            <a:ext cx="553720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/>
            </a:endParaRP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E8E05746-2784-43CF-84F7-0175BD650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 Light" panose="020F0302020204030204" pitchFamily="34" charset="0"/>
              </a:defRPr>
            </a:lvl1pPr>
          </a:lstStyle>
          <a:p>
            <a:pPr>
              <a:defRPr lang="ru-RU"/>
            </a:pPr>
            <a:endParaRPr lang="ru-RU" dirty="0">
              <a:solidFill>
                <a:prstClr val="white">
                  <a:alpha val="70000"/>
                </a:prstClr>
              </a:solidFill>
              <a:cs typeface="Calibri Light"/>
            </a:endParaRP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BB851CC3-3ED8-49E8-B8AC-6D79B036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 Light" panose="020F0302020204030204" pitchFamily="34" charset="0"/>
              </a:defRPr>
            </a:lvl1pPr>
          </a:lstStyle>
          <a:p>
            <a:pPr>
              <a:defRPr lang="ru-RU"/>
            </a:pPr>
            <a:fld id="{D39607A7-8386-47DB-8578-DDEDD194E5D4}" type="slidenum">
              <a:rPr lang="ru-RU" smtClean="0">
                <a:solidFill>
                  <a:prstClr val="white">
                    <a:alpha val="70000"/>
                  </a:prstClr>
                </a:solidFill>
                <a:cs typeface="Calibri Light"/>
              </a:rPr>
              <a:pPr>
                <a:defRPr lang="ru-RU"/>
              </a:pPr>
              <a:t>‹#›</a:t>
            </a:fld>
            <a:endParaRPr lang="ru-RU" dirty="0">
              <a:solidFill>
                <a:prstClr val="white">
                  <a:alpha val="70000"/>
                </a:prstClr>
              </a:solidFill>
              <a:cs typeface="Calibri Light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6F0BC49-315A-CF7A-E741-A8688AF53E66}"/>
              </a:ext>
            </a:extLst>
          </p:cNvPr>
          <p:cNvGrpSpPr/>
          <p:nvPr userDrawn="1"/>
        </p:nvGrpSpPr>
        <p:grpSpPr>
          <a:xfrm>
            <a:off x="9728046" y="831278"/>
            <a:ext cx="1623711" cy="630920"/>
            <a:chOff x="9588346" y="4824892"/>
            <a:chExt cx="1623711" cy="630920"/>
          </a:xfrm>
        </p:grpSpPr>
        <p:sp>
          <p:nvSpPr>
            <p:cNvPr id="3" name="Полилиния: Фигура 15">
              <a:extLst>
                <a:ext uri="{FF2B5EF4-FFF2-40B4-BE49-F238E27FC236}">
                  <a16:creationId xmlns:a16="http://schemas.microsoft.com/office/drawing/2014/main" id="{3FCB73E1-B061-C75F-AB29-C27CA95E57A9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94A16F89-984C-DEA8-C894-E819A764661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5" name="Полилиния: Фигура 17">
                <a:extLst>
                  <a:ext uri="{FF2B5EF4-FFF2-40B4-BE49-F238E27FC236}">
                    <a16:creationId xmlns:a16="http://schemas.microsoft.com/office/drawing/2014/main" id="{0971E16B-8BBF-40B5-5862-FAAADBF530A0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solidFill>
                    <a:schemeClr val="tx1"/>
                  </a:solidFill>
                  <a:latin typeface="Calibri Light" panose="020F0302020204030204" pitchFamily="34" charset="0"/>
                </a:endParaRPr>
              </a:p>
            </p:txBody>
          </p:sp>
          <p:cxnSp>
            <p:nvCxnSpPr>
              <p:cNvPr id="6" name="Прямая соединительная линия 5">
                <a:extLst>
                  <a:ext uri="{FF2B5EF4-FFF2-40B4-BE49-F238E27FC236}">
                    <a16:creationId xmlns:a16="http://schemas.microsoft.com/office/drawing/2014/main" id="{C1D464A1-0F6B-3CEE-8719-573F89E87B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76955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6">
            <a:extLst>
              <a:ext uri="{FF2B5EF4-FFF2-40B4-BE49-F238E27FC236}">
                <a16:creationId xmlns:a16="http://schemas.microsoft.com/office/drawing/2014/main" id="{D0C49A9B-EBDE-4047-884B-0860623D63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5851" y="2165174"/>
            <a:ext cx="6118224" cy="1554480"/>
          </a:xfrm>
        </p:spPr>
        <p:txBody>
          <a:bodyPr rtlCol="0" anchor="b">
            <a:noAutofit/>
          </a:bodyPr>
          <a:lstStyle>
            <a:lvl1pPr algn="ctr">
              <a:defRPr lang="ru-RU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5" name="Рисунок 31">
            <a:extLst>
              <a:ext uri="{FF2B5EF4-FFF2-40B4-BE49-F238E27FC236}">
                <a16:creationId xmlns:a16="http://schemas.microsoft.com/office/drawing/2014/main" id="{99CD77F7-3095-4517-B300-DE93875DE53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29613" y="0"/>
            <a:ext cx="3862387" cy="2286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1800"/>
            </a:lvl1pPr>
          </a:lstStyle>
          <a:p>
            <a:pPr rtl="0"/>
            <a:r>
              <a:rPr lang="ru-RU"/>
              <a:t>Щелкните значок, чтобы добавить фотографию</a:t>
            </a:r>
          </a:p>
        </p:txBody>
      </p:sp>
      <p:sp>
        <p:nvSpPr>
          <p:cNvPr id="36" name="Рисунок 31">
            <a:extLst>
              <a:ext uri="{FF2B5EF4-FFF2-40B4-BE49-F238E27FC236}">
                <a16:creationId xmlns:a16="http://schemas.microsoft.com/office/drawing/2014/main" id="{F31ECFCC-4520-48AB-A8A1-AF9FC0C055B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29200" y="2286000"/>
            <a:ext cx="3862387" cy="2286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1800"/>
            </a:lvl1pPr>
          </a:lstStyle>
          <a:p>
            <a:pPr rtl="0"/>
            <a:r>
              <a:rPr lang="ru-RU"/>
              <a:t>Щелкните значок, чтобы добавить фотографию</a:t>
            </a:r>
          </a:p>
        </p:txBody>
      </p:sp>
      <p:sp>
        <p:nvSpPr>
          <p:cNvPr id="37" name="Рисунок 31">
            <a:extLst>
              <a:ext uri="{FF2B5EF4-FFF2-40B4-BE49-F238E27FC236}">
                <a16:creationId xmlns:a16="http://schemas.microsoft.com/office/drawing/2014/main" id="{0FDBD13C-46E7-4BB9-957D-DE2A592552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329200" y="4572000"/>
            <a:ext cx="3862387" cy="2286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1800"/>
            </a:lvl1pPr>
          </a:lstStyle>
          <a:p>
            <a:pPr rtl="0"/>
            <a:r>
              <a:rPr lang="ru-RU"/>
              <a:t>Щелкните значок, чтобы добавить фотографию</a:t>
            </a: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85B40728-32E0-44CE-8C68-1E68245C2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00874" y="4194521"/>
            <a:ext cx="1481845" cy="787628"/>
            <a:chOff x="4987925" y="2840038"/>
            <a:chExt cx="2216150" cy="1177924"/>
          </a:xfrm>
        </p:grpSpPr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40A6D99A-68F3-4E08-BB89-083CE0299CE2}"/>
                </a:ext>
              </a:extLst>
            </p:cNvPr>
            <p:cNvSpPr/>
            <p:nvPr/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ru-RU"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/>
              </a:endParaRPr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8B4F5556-21F4-4E26-9504-49ADE7D84749}"/>
                </a:ext>
              </a:extLst>
            </p:cNvPr>
            <p:cNvSpPr/>
            <p:nvPr/>
          </p:nvSpPr>
          <p:spPr>
            <a:xfrm>
              <a:off x="5750208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ru-RU"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/>
              </a:endParaRPr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E0E1118C-DFA4-410C-961C-BE0488441C9A}"/>
                </a:ext>
              </a:extLst>
            </p:cNvPr>
            <p:cNvSpPr/>
            <p:nvPr/>
          </p:nvSpPr>
          <p:spPr>
            <a:xfrm flipH="1">
              <a:off x="5469335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ru-RU"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/>
              </a:endParaRPr>
            </a:p>
          </p:txBody>
        </p:sp>
        <p:grpSp>
          <p:nvGrpSpPr>
            <p:cNvPr id="16" name="Группа 15">
              <a:extLst>
                <a:ext uri="{FF2B5EF4-FFF2-40B4-BE49-F238E27FC236}">
                  <a16:creationId xmlns:a16="http://schemas.microsoft.com/office/drawing/2014/main" id="{B5A8ECE6-B3E3-4761-A6AD-711AF71EEA0D}"/>
                </a:ext>
              </a:extLst>
            </p:cNvPr>
            <p:cNvGrpSpPr/>
            <p:nvPr/>
          </p:nvGrpSpPr>
          <p:grpSpPr>
            <a:xfrm>
              <a:off x="5614944" y="3117662"/>
              <a:ext cx="1009280" cy="464739"/>
              <a:chOff x="4432859" y="3200647"/>
              <a:chExt cx="1009280" cy="464739"/>
            </a:xfrm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5B1F0E3F-4B5E-4F5B-93A6-CE1017521BF1}"/>
                  </a:ext>
                </a:extLst>
              </p:cNvPr>
              <p:cNvSpPr/>
              <p:nvPr/>
            </p:nvSpPr>
            <p:spPr>
              <a:xfrm rot="16200000" flipH="1" flipV="1">
                <a:off x="4977400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ru-RU"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Calibri Light"/>
                </a:endParaRPr>
              </a:p>
            </p:txBody>
          </p:sp>
          <p:sp>
            <p:nvSpPr>
              <p:cNvPr id="25" name="Свободная форма: Форма 24">
                <a:extLst>
                  <a:ext uri="{FF2B5EF4-FFF2-40B4-BE49-F238E27FC236}">
                    <a16:creationId xmlns:a16="http://schemas.microsoft.com/office/drawing/2014/main" id="{B20599F0-ACFC-4223-A598-8FFAF21406AB}"/>
                  </a:ext>
                </a:extLst>
              </p:cNvPr>
              <p:cNvSpPr/>
              <p:nvPr/>
            </p:nvSpPr>
            <p:spPr>
              <a:xfrm rot="5400000" flipV="1">
                <a:off x="4432859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ru-RU"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Calibri Light"/>
                </a:endParaRPr>
              </a:p>
            </p:txBody>
          </p:sp>
        </p:grpSp>
        <p:grpSp>
          <p:nvGrpSpPr>
            <p:cNvPr id="17" name="Группа 16">
              <a:extLst>
                <a:ext uri="{FF2B5EF4-FFF2-40B4-BE49-F238E27FC236}">
                  <a16:creationId xmlns:a16="http://schemas.microsoft.com/office/drawing/2014/main" id="{C6703144-DA66-4EFB-B790-4E044756FF37}"/>
                </a:ext>
              </a:extLst>
            </p:cNvPr>
            <p:cNvGrpSpPr/>
            <p:nvPr/>
          </p:nvGrpSpPr>
          <p:grpSpPr>
            <a:xfrm>
              <a:off x="5679979" y="2915338"/>
              <a:ext cx="1080000" cy="1080000"/>
              <a:chOff x="4497894" y="2998323"/>
              <a:chExt cx="1080000" cy="1080000"/>
            </a:xfrm>
          </p:grpSpPr>
          <p:grpSp>
            <p:nvGrpSpPr>
              <p:cNvPr id="18" name="Группа 17">
                <a:extLst>
                  <a:ext uri="{FF2B5EF4-FFF2-40B4-BE49-F238E27FC236}">
                    <a16:creationId xmlns:a16="http://schemas.microsoft.com/office/drawing/2014/main" id="{63371BE5-97EB-4365-8EDA-4C634155E79F}"/>
                  </a:ext>
                </a:extLst>
              </p:cNvPr>
              <p:cNvGrpSpPr/>
              <p:nvPr/>
            </p:nvGrpSpPr>
            <p:grpSpPr>
              <a:xfrm rot="13500000">
                <a:off x="4805524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22" name="Полилиния: Фигура 21">
                  <a:extLst>
                    <a:ext uri="{FF2B5EF4-FFF2-40B4-BE49-F238E27FC236}">
                      <a16:creationId xmlns:a16="http://schemas.microsoft.com/office/drawing/2014/main" id="{533C4D53-A668-4609-B338-E2D33C24A811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ru-RU"/>
                  </a:def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lang="ru-RU"/>
                  </a:pPr>
                  <a:endParaRPr kumimoji="0" 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 Light" panose="020F0302020204030204" pitchFamily="34" charset="0"/>
                    <a:ea typeface="+mn-ea"/>
                    <a:cs typeface="Calibri Light"/>
                  </a:endParaRPr>
                </a:p>
              </p:txBody>
            </p:sp>
            <p:cxnSp>
              <p:nvCxnSpPr>
                <p:cNvPr id="23" name="Прямая соединительная линия 22">
                  <a:extLst>
                    <a:ext uri="{FF2B5EF4-FFF2-40B4-BE49-F238E27FC236}">
                      <a16:creationId xmlns:a16="http://schemas.microsoft.com/office/drawing/2014/main" id="{A487C5A9-C4B3-4A68-8DFB-43F4CDB407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Группа 18">
                <a:extLst>
                  <a:ext uri="{FF2B5EF4-FFF2-40B4-BE49-F238E27FC236}">
                    <a16:creationId xmlns:a16="http://schemas.microsoft.com/office/drawing/2014/main" id="{82E4A2F3-57A7-4529-A621-A36F1E777A4E}"/>
                  </a:ext>
                </a:extLst>
              </p:cNvPr>
              <p:cNvGrpSpPr/>
              <p:nvPr/>
            </p:nvGrpSpPr>
            <p:grpSpPr>
              <a:xfrm rot="8100000" flipH="1">
                <a:off x="4542572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20" name="Полилиния: Фигура 19">
                  <a:extLst>
                    <a:ext uri="{FF2B5EF4-FFF2-40B4-BE49-F238E27FC236}">
                      <a16:creationId xmlns:a16="http://schemas.microsoft.com/office/drawing/2014/main" id="{1482263E-6A78-46B7-8AB8-845C9C9103B4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ru-RU"/>
                  </a:def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lang="ru-RU"/>
                  </a:pPr>
                  <a:endParaRPr kumimoji="0" 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 Light" panose="020F0302020204030204" pitchFamily="34" charset="0"/>
                    <a:ea typeface="+mn-ea"/>
                    <a:cs typeface="Calibri Light"/>
                  </a:endParaRPr>
                </a:p>
              </p:txBody>
            </p:sp>
            <p:cxnSp>
              <p:nvCxnSpPr>
                <p:cNvPr id="21" name="Прямая соединительная линия 20">
                  <a:extLst>
                    <a:ext uri="{FF2B5EF4-FFF2-40B4-BE49-F238E27FC236}">
                      <a16:creationId xmlns:a16="http://schemas.microsoft.com/office/drawing/2014/main" id="{3C7B34F9-7954-4950-ABEA-DDBFF4A4CC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4035399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Назв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C47B699-08C0-4851-8BAE-384C14E4E04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66050" y="1079500"/>
            <a:ext cx="3884962" cy="2138400"/>
          </a:xfrm>
        </p:spPr>
        <p:txBody>
          <a:bodyPr rtlCol="0" anchor="b">
            <a:noAutofit/>
          </a:bodyPr>
          <a:lstStyle>
            <a:lvl1pPr algn="ctr">
              <a:defRPr lang="ru-RU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B84917A2-B37A-4655-9D10-50C6FD698FA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66051" y="4113213"/>
            <a:ext cx="3884961" cy="1655762"/>
          </a:xfr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ru-RU" sz="2400" i="1"/>
            </a:lvl1pPr>
          </a:lstStyle>
          <a:p>
            <a:pPr rtl="0"/>
            <a:r>
              <a:rPr lang="ru-RU"/>
              <a:t>Подзаголовок слайда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88EE5317-4FED-4CB5-85EE-6DAD46C28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438531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3B0D3427-2AA8-987B-E83A-494604F72C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1338" y="539750"/>
            <a:ext cx="6670675" cy="5759450"/>
          </a:xfrm>
          <a:custGeom>
            <a:avLst/>
            <a:gdLst>
              <a:gd name="connsiteX0" fmla="*/ 6573720 w 6670675"/>
              <a:gd name="connsiteY0" fmla="*/ 0 h 5759450"/>
              <a:gd name="connsiteX1" fmla="*/ 6670675 w 6670675"/>
              <a:gd name="connsiteY1" fmla="*/ 0 h 5759450"/>
              <a:gd name="connsiteX2" fmla="*/ 6670675 w 6670675"/>
              <a:gd name="connsiteY2" fmla="*/ 5759450 h 5759450"/>
              <a:gd name="connsiteX3" fmla="*/ 0 w 6670675"/>
              <a:gd name="connsiteY3" fmla="*/ 5759450 h 5759450"/>
              <a:gd name="connsiteX4" fmla="*/ 0 w 6670675"/>
              <a:gd name="connsiteY4" fmla="*/ 5669502 h 5759450"/>
              <a:gd name="connsiteX5" fmla="*/ 6573720 w 6670675"/>
              <a:gd name="connsiteY5" fmla="*/ 5669502 h 5759450"/>
              <a:gd name="connsiteX6" fmla="*/ 0 w 6670675"/>
              <a:gd name="connsiteY6" fmla="*/ 0 h 5759450"/>
              <a:gd name="connsiteX7" fmla="*/ 6562411 w 6670675"/>
              <a:gd name="connsiteY7" fmla="*/ 0 h 5759450"/>
              <a:gd name="connsiteX8" fmla="*/ 6562411 w 6670675"/>
              <a:gd name="connsiteY8" fmla="*/ 5658193 h 5759450"/>
              <a:gd name="connsiteX9" fmla="*/ 0 w 6670675"/>
              <a:gd name="connsiteY9" fmla="*/ 5658193 h 5759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70675" h="5759450">
                <a:moveTo>
                  <a:pt x="6573720" y="0"/>
                </a:moveTo>
                <a:lnTo>
                  <a:pt x="6670675" y="0"/>
                </a:lnTo>
                <a:lnTo>
                  <a:pt x="6670675" y="5759450"/>
                </a:lnTo>
                <a:lnTo>
                  <a:pt x="0" y="5759450"/>
                </a:lnTo>
                <a:lnTo>
                  <a:pt x="0" y="5669502"/>
                </a:lnTo>
                <a:lnTo>
                  <a:pt x="6573720" y="5669502"/>
                </a:lnTo>
                <a:close/>
                <a:moveTo>
                  <a:pt x="0" y="0"/>
                </a:moveTo>
                <a:lnTo>
                  <a:pt x="6562411" y="0"/>
                </a:lnTo>
                <a:lnTo>
                  <a:pt x="6562411" y="5658193"/>
                </a:lnTo>
                <a:lnTo>
                  <a:pt x="0" y="5658193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 lang="ru-RU" sz="1800"/>
            </a:lvl1pPr>
          </a:lstStyle>
          <a:p>
            <a:pPr rtl="0"/>
            <a:r>
              <a:rPr lang="ru-RU"/>
              <a:t>Щелкните значок, чтобы добавить фотографию</a:t>
            </a:r>
          </a:p>
        </p:txBody>
      </p:sp>
      <p:sp>
        <p:nvSpPr>
          <p:cNvPr id="6" name="Рамка 5">
            <a:extLst>
              <a:ext uri="{FF2B5EF4-FFF2-40B4-BE49-F238E27FC236}">
                <a16:creationId xmlns:a16="http://schemas.microsoft.com/office/drawing/2014/main" id="{1D4FB6FD-0D78-2F14-EC30-9013875CFD4A}"/>
              </a:ext>
            </a:extLst>
          </p:cNvPr>
          <p:cNvSpPr/>
          <p:nvPr userDrawn="1"/>
        </p:nvSpPr>
        <p:spPr>
          <a:xfrm>
            <a:off x="439938" y="439388"/>
            <a:ext cx="6675120" cy="5769864"/>
          </a:xfrm>
          <a:prstGeom prst="frame">
            <a:avLst>
              <a:gd name="adj1" fmla="val 19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336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777246"/>
            <a:ext cx="10058400" cy="1097280"/>
          </a:xfrm>
        </p:spPr>
        <p:txBody>
          <a:bodyPr wrap="square" rtlCol="0" anchor="ctr" anchorCtr="0">
            <a:normAutofit/>
          </a:bodyPr>
          <a:lstStyle>
            <a:lvl1pPr algn="ctr">
              <a:defRPr lang="ru-RU"/>
            </a:lvl1pPr>
          </a:lstStyle>
          <a:p>
            <a:pPr algn="ctr" rtl="0"/>
            <a:r>
              <a:rPr lang="ru-RU"/>
              <a:t>Заголовок слайда</a:t>
            </a:r>
          </a:p>
        </p:txBody>
      </p:sp>
      <p:sp>
        <p:nvSpPr>
          <p:cNvPr id="5" name="Объект 3">
            <a:extLst>
              <a:ext uri="{FF2B5EF4-FFF2-40B4-BE49-F238E27FC236}">
                <a16:creationId xmlns:a16="http://schemas.microsoft.com/office/drawing/2014/main" id="{F2B970E0-2BF6-DE0A-33F2-E136830CC0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711243" y="2287435"/>
            <a:ext cx="8769514" cy="3768195"/>
          </a:xfrm>
        </p:spPr>
        <p:txBody>
          <a:bodyPr tIns="182880" rtlCol="0">
            <a:noAutofit/>
          </a:bodyPr>
          <a:lstStyle>
            <a:lvl1pPr marL="283464" indent="-283464">
              <a:lnSpc>
                <a:spcPct val="100000"/>
              </a:lnSpc>
              <a:spcBef>
                <a:spcPts val="1000"/>
              </a:spcBef>
              <a:defRPr lang="ru-RU" sz="1800"/>
            </a:lvl1pPr>
            <a:lvl2pPr marL="283464">
              <a:lnSpc>
                <a:spcPct val="100000"/>
              </a:lnSpc>
              <a:spcBef>
                <a:spcPts val="1000"/>
              </a:spcBef>
              <a:defRPr lang="ru-RU" sz="1800"/>
            </a:lvl2pPr>
            <a:lvl3pPr indent="-283464">
              <a:lnSpc>
                <a:spcPct val="100000"/>
              </a:lnSpc>
              <a:spcBef>
                <a:spcPts val="1000"/>
              </a:spcBef>
              <a:defRPr lang="ru-RU" sz="1800"/>
            </a:lvl3pPr>
            <a:lvl4pPr>
              <a:lnSpc>
                <a:spcPct val="100000"/>
              </a:lnSpc>
              <a:spcBef>
                <a:spcPts val="1000"/>
              </a:spcBef>
              <a:defRPr lang="ru-RU" sz="1800"/>
            </a:lvl4pPr>
            <a:lvl5pPr indent="-283464">
              <a:lnSpc>
                <a:spcPct val="100000"/>
              </a:lnSpc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664AFF-309D-433B-B3F0-84A98A207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9649" y="205740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Дата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 rtlCol="0"/>
          <a:lstStyle>
            <a:lvl1pPr>
              <a:defRPr lang="ru-RU"/>
            </a:lvl1pPr>
          </a:lstStyle>
          <a:p>
            <a:pPr rtl="0">
              <a:defRPr lang="ru-RU"/>
            </a:pPr>
            <a:r>
              <a:rPr lang="ru-RU">
                <a:solidFill>
                  <a:prstClr val="white">
                    <a:alpha val="70000"/>
                  </a:prstClr>
                </a:solidFill>
              </a:rPr>
              <a:t>20ГГ</a:t>
            </a:r>
            <a:endParaRPr lang="ru-RU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 Light" panose="020F0302020204030204" pitchFamily="34" charset="0"/>
              </a:defRPr>
            </a:lvl1pPr>
          </a:lstStyle>
          <a:p>
            <a:pPr>
              <a:defRPr lang="ru-RU"/>
            </a:pPr>
            <a:endParaRPr lang="ru-RU" dirty="0">
              <a:solidFill>
                <a:prstClr val="white">
                  <a:alpha val="70000"/>
                </a:prstClr>
              </a:solidFill>
              <a:cs typeface="Calibri Light"/>
            </a:endParaRP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 Light" panose="020F0302020204030204" pitchFamily="34" charset="0"/>
              </a:defRPr>
            </a:lvl1pPr>
          </a:lstStyle>
          <a:p>
            <a:pPr>
              <a:defRPr lang="ru-RU"/>
            </a:pPr>
            <a:fld id="{D39607A7-8386-47DB-8578-DDEDD194E5D4}" type="slidenum">
              <a:rPr lang="ru-RU" smtClean="0">
                <a:solidFill>
                  <a:prstClr val="white">
                    <a:alpha val="70000"/>
                  </a:prstClr>
                </a:solidFill>
                <a:cs typeface="Calibri Light"/>
              </a:rPr>
              <a:pPr>
                <a:defRPr lang="ru-RU"/>
              </a:pPr>
              <a:t>‹#›</a:t>
            </a:fld>
            <a:endParaRPr lang="ru-RU" dirty="0">
              <a:solidFill>
                <a:prstClr val="white">
                  <a:alpha val="70000"/>
                </a:prstClr>
              </a:solidFill>
              <a:cs typeface="Calibri Light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B2C7C83-D77B-1EFF-5877-DB5DF792E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163" y="548640"/>
            <a:ext cx="11109674" cy="574929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818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оловок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97100" y="1079500"/>
            <a:ext cx="7797799" cy="2138400"/>
          </a:xfrm>
        </p:spPr>
        <p:txBody>
          <a:bodyPr rtlCol="0" anchor="b">
            <a:normAutofit/>
          </a:bodyPr>
          <a:lstStyle>
            <a:lvl1pPr algn="ctr">
              <a:defRPr lang="ru-RU" sz="28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08350" y="4113213"/>
            <a:ext cx="5575300" cy="1655762"/>
          </a:xfrm>
        </p:spPr>
        <p:txBody>
          <a:bodyPr rtlCol="0"/>
          <a:lstStyle>
            <a:lvl1pPr marL="0" indent="0" algn="ctr">
              <a:buNone/>
              <a:defRPr lang="ru-RU" sz="2400" i="1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1322F3-E47A-4D6E-96A8-AB5C73B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7BF5CE-9E66-4FD5-949F-34E11607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EDAB7A-4032-416A-B04E-1F487891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D39607A7-8386-47DB-8578-DDEDD194E5D4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01C0CAB-6A03-4C6A-9FAA-219847753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F982E0B2-AA9C-441C-A08E-A9DF9CF12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40244" y="4869342"/>
            <a:ext cx="1623711" cy="630920"/>
            <a:chOff x="9588346" y="4824892"/>
            <a:chExt cx="1623711" cy="630920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 Light" panose="020F0302020204030204" pitchFamily="34" charset="0"/>
              </a:endParaRPr>
            </a:p>
          </p:txBody>
        </p:sp>
        <p:grpSp>
          <p:nvGrpSpPr>
            <p:cNvPr id="17" name="Группа 16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solidFill>
                    <a:schemeClr val="tx1"/>
                  </a:solidFill>
                  <a:latin typeface="Calibri Light" panose="020F0302020204030204" pitchFamily="34" charset="0"/>
                </a:endParaRPr>
              </a:p>
            </p:txBody>
          </p: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976083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2 столбц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777244"/>
            <a:ext cx="10058400" cy="1097280"/>
          </a:xfrm>
        </p:spPr>
        <p:txBody>
          <a:bodyPr wrap="square" rtlCol="0" anchor="ctr" anchorCtr="0">
            <a:normAutofit/>
          </a:bodyPr>
          <a:lstStyle>
            <a:lvl1pPr algn="ctr">
              <a:defRPr lang="ru-RU"/>
            </a:lvl1pPr>
          </a:lstStyle>
          <a:p>
            <a:pPr algn="ctr" rtl="0"/>
            <a:r>
              <a:rPr lang="ru-RU"/>
              <a:t>Заголовок слайда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664AFF-309D-433B-B3F0-84A98A207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9649" y="2057404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Объект 3">
            <a:extLst>
              <a:ext uri="{FF2B5EF4-FFF2-40B4-BE49-F238E27FC236}">
                <a16:creationId xmlns:a16="http://schemas.microsoft.com/office/drawing/2014/main" id="{F2B970E0-2BF6-DE0A-33F2-E136830CC0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664443" y="2484712"/>
            <a:ext cx="4360507" cy="3605420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ru-RU" sz="1800" i="0"/>
            </a:lvl1pPr>
            <a:lvl2pPr marL="285750" indent="-28575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lang="ru-RU" sz="1800" i="0"/>
            </a:lvl2pPr>
            <a:lvl3pPr marL="6858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lang="ru-RU" sz="1800" i="0"/>
            </a:lvl3pPr>
            <a:lvl4pPr marL="685800">
              <a:lnSpc>
                <a:spcPct val="100000"/>
              </a:lnSpc>
              <a:spcBef>
                <a:spcPts val="1000"/>
              </a:spcBef>
              <a:defRPr lang="ru-RU" sz="1800" i="0"/>
            </a:lvl4pPr>
            <a:lvl5pPr marL="11430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lang="ru-RU" sz="1800" i="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Объект 3">
            <a:extLst>
              <a:ext uri="{FF2B5EF4-FFF2-40B4-BE49-F238E27FC236}">
                <a16:creationId xmlns:a16="http://schemas.microsoft.com/office/drawing/2014/main" id="{6418C0F6-1F2A-74E4-A6C4-914FE336632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59649" y="2493040"/>
            <a:ext cx="4360507" cy="3605420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ru-RU" sz="1800" i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lang="ru-RU" sz="1800" i="0"/>
            </a:lvl2pPr>
            <a:lvl3pPr marL="6858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lang="ru-RU" sz="1800" i="0"/>
            </a:lvl3pPr>
            <a:lvl4pPr marL="685800">
              <a:lnSpc>
                <a:spcPct val="100000"/>
              </a:lnSpc>
              <a:spcBef>
                <a:spcPts val="1000"/>
              </a:spcBef>
              <a:defRPr lang="ru-RU" sz="1800" i="0"/>
            </a:lvl4pPr>
            <a:lvl5pPr marL="11430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lang="ru-RU" sz="1800" i="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9" name="Дата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 rtlCol="0"/>
          <a:lstStyle>
            <a:lvl1pPr>
              <a:defRPr lang="ru-RU"/>
            </a:lvl1pPr>
          </a:lstStyle>
          <a:p>
            <a:pPr rtl="0">
              <a:defRPr lang="ru-RU"/>
            </a:pPr>
            <a:r>
              <a:rPr lang="ru-RU">
                <a:solidFill>
                  <a:prstClr val="white">
                    <a:alpha val="70000"/>
                  </a:prstClr>
                </a:solidFill>
              </a:rPr>
              <a:t>20ГГ</a:t>
            </a:r>
            <a:endParaRPr lang="ru-RU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 Light" panose="020F0302020204030204" pitchFamily="34" charset="0"/>
              </a:defRPr>
            </a:lvl1pPr>
          </a:lstStyle>
          <a:p>
            <a:pPr>
              <a:defRPr lang="ru-RU"/>
            </a:pPr>
            <a:endParaRPr lang="ru-RU" dirty="0">
              <a:solidFill>
                <a:prstClr val="white">
                  <a:alpha val="70000"/>
                </a:prstClr>
              </a:solidFill>
              <a:cs typeface="Calibri Light"/>
            </a:endParaRP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 Light" panose="020F0302020204030204" pitchFamily="34" charset="0"/>
              </a:defRPr>
            </a:lvl1pPr>
          </a:lstStyle>
          <a:p>
            <a:pPr>
              <a:defRPr lang="ru-RU"/>
            </a:pPr>
            <a:fld id="{D39607A7-8386-47DB-8578-DDEDD194E5D4}" type="slidenum">
              <a:rPr lang="ru-RU" smtClean="0">
                <a:solidFill>
                  <a:prstClr val="white">
                    <a:alpha val="70000"/>
                  </a:prstClr>
                </a:solidFill>
                <a:cs typeface="Calibri Light"/>
              </a:rPr>
              <a:pPr>
                <a:defRPr lang="ru-RU"/>
              </a:pPr>
              <a:t>‹#›</a:t>
            </a:fld>
            <a:endParaRPr lang="ru-RU" dirty="0">
              <a:solidFill>
                <a:prstClr val="white">
                  <a:alpha val="70000"/>
                </a:prstClr>
              </a:solidFill>
              <a:cs typeface="Calibri Light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97ED942-AF2B-12D4-2ED4-570ACFD0F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163" y="548640"/>
            <a:ext cx="11109674" cy="574929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854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элемента содержимого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7A45527-A259-1C6D-E8B4-514715484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245608"/>
            <a:ext cx="12192000" cy="3612392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30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548640"/>
            <a:ext cx="3886200" cy="2304288"/>
          </a:xfrm>
        </p:spPr>
        <p:txBody>
          <a:bodyPr wrap="square" rtlCol="0" anchor="ctr" anchorCtr="0">
            <a:normAutofit/>
          </a:bodyPr>
          <a:lstStyle>
            <a:lvl1pPr algn="ctr">
              <a:defRPr lang="ru-RU"/>
            </a:lvl1pPr>
          </a:lstStyle>
          <a:p>
            <a:pPr algn="ctr" rtl="0"/>
            <a:r>
              <a:rPr lang="ru-RU"/>
              <a:t>Заголовок слайда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4ACBDB-D54B-994A-AD88-E89D37245FA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534660" y="548641"/>
            <a:ext cx="6130625" cy="2304288"/>
          </a:xfrm>
        </p:spPr>
        <p:txBody>
          <a:bodyPr rtlCol="0" anchor="ctr">
            <a:noAutofit/>
          </a:bodyPr>
          <a:lstStyle>
            <a:lvl1pPr marL="512064" indent="-5120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lang="ru-RU" sz="1800"/>
            </a:lvl1pPr>
            <a:lvl2pPr marL="702900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lang="ru-RU" sz="1800"/>
            </a:lvl2pPr>
            <a:lvl3pPr marL="1139436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lang="ru-RU" sz="1800"/>
            </a:lvl3pPr>
            <a:lvl4pPr marL="1422900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lang="ru-RU" sz="1800"/>
            </a:lvl4pPr>
            <a:lvl5pPr marL="1859436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Объект 3">
            <a:extLst>
              <a:ext uri="{FF2B5EF4-FFF2-40B4-BE49-F238E27FC236}">
                <a16:creationId xmlns:a16="http://schemas.microsoft.com/office/drawing/2014/main" id="{ED8447B1-F82E-026F-7FF0-7E95D361E7A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520387" y="3735238"/>
            <a:ext cx="6130625" cy="2574120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ru-RU" sz="180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lang="ru-RU" sz="1800" i="0"/>
            </a:lvl2pPr>
            <a:lvl3pPr marL="6858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lang="ru-RU" sz="1800" i="0"/>
            </a:lvl3pPr>
            <a:lvl4pPr marL="685800">
              <a:lnSpc>
                <a:spcPct val="100000"/>
              </a:lnSpc>
              <a:spcBef>
                <a:spcPts val="1000"/>
              </a:spcBef>
              <a:defRPr lang="ru-RU" sz="1800" i="0"/>
            </a:lvl4pPr>
            <a:lvl5pPr indent="-283464">
              <a:defRPr lang="ru-RU" sz="16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9" name="Дата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 rtlCol="0"/>
          <a:lstStyle>
            <a:lvl1pPr>
              <a:defRPr lang="ru-RU"/>
            </a:lvl1pPr>
          </a:lstStyle>
          <a:p>
            <a:pPr rtl="0">
              <a:defRPr lang="ru-RU"/>
            </a:pPr>
            <a:r>
              <a:rPr lang="ru-RU">
                <a:solidFill>
                  <a:prstClr val="white">
                    <a:alpha val="70000"/>
                  </a:prstClr>
                </a:solidFill>
              </a:rPr>
              <a:t>20ГГ</a:t>
            </a:r>
            <a:endParaRPr lang="ru-RU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 Light" panose="020F0302020204030204" pitchFamily="34" charset="0"/>
              </a:defRPr>
            </a:lvl1pPr>
          </a:lstStyle>
          <a:p>
            <a:pPr>
              <a:defRPr lang="ru-RU"/>
            </a:pPr>
            <a:endParaRPr lang="ru-RU" dirty="0">
              <a:solidFill>
                <a:prstClr val="white">
                  <a:alpha val="70000"/>
                </a:prstClr>
              </a:solidFill>
              <a:cs typeface="Calibri Light"/>
            </a:endParaRP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 Light" panose="020F0302020204030204" pitchFamily="34" charset="0"/>
              </a:defRPr>
            </a:lvl1pPr>
          </a:lstStyle>
          <a:p>
            <a:pPr>
              <a:defRPr lang="ru-RU"/>
            </a:pPr>
            <a:fld id="{D39607A7-8386-47DB-8578-DDEDD194E5D4}" type="slidenum">
              <a:rPr lang="ru-RU" smtClean="0">
                <a:solidFill>
                  <a:prstClr val="white">
                    <a:alpha val="70000"/>
                  </a:prstClr>
                </a:solidFill>
                <a:cs typeface="Calibri Light"/>
              </a:rPr>
              <a:pPr>
                <a:defRPr lang="ru-RU"/>
              </a:pPr>
              <a:t>‹#›</a:t>
            </a:fld>
            <a:endParaRPr lang="ru-RU" dirty="0">
              <a:solidFill>
                <a:prstClr val="white">
                  <a:alpha val="70000"/>
                </a:prstClr>
              </a:solidFill>
              <a:cs typeface="Calibri Light"/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76BAB9-3D46-228B-0268-9918F1524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4714750" y="169160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252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Вступл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Заголовок 1">
            <a:extLst>
              <a:ext uri="{FF2B5EF4-FFF2-40B4-BE49-F238E27FC236}">
                <a16:creationId xmlns:a16="http://schemas.microsoft.com/office/drawing/2014/main" id="{C2262EB2-92F3-45D5-977D-A254F9DC45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84750" y="548640"/>
            <a:ext cx="6120000" cy="1371600"/>
          </a:xfrm>
        </p:spPr>
        <p:txBody>
          <a:bodyPr rtlCol="0" anchor="b" anchorCtr="0">
            <a:noAutofit/>
          </a:bodyPr>
          <a:lstStyle>
            <a:lvl1pPr algn="ctr">
              <a:defRPr lang="ru-RU"/>
            </a:lvl1pPr>
          </a:lstStyle>
          <a:p>
            <a:pPr algn="ctr" rtl="0"/>
            <a:r>
              <a:rPr lang="ru-RU"/>
              <a:t>Заголовок слайда</a:t>
            </a:r>
          </a:p>
        </p:txBody>
      </p:sp>
      <p:sp>
        <p:nvSpPr>
          <p:cNvPr id="42" name="Рисунок 7">
            <a:extLst>
              <a:ext uri="{FF2B5EF4-FFF2-40B4-BE49-F238E27FC236}">
                <a16:creationId xmlns:a16="http://schemas.microsoft.com/office/drawing/2014/main" id="{08B7B76C-AD95-41C0-859E-9A612EE3EB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8703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1800"/>
            </a:lvl1pPr>
          </a:lstStyle>
          <a:p>
            <a:pPr rtl="0"/>
            <a:r>
              <a:rPr lang="ru-RU"/>
              <a:t>Щелкните значок, чтобы добавить фотографию</a:t>
            </a:r>
          </a:p>
        </p:txBody>
      </p: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FAF4E51F-526D-47C7-B091-D47773C1F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774750" y="2310207"/>
            <a:ext cx="540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Объект 2">
            <a:extLst>
              <a:ext uri="{FF2B5EF4-FFF2-40B4-BE49-F238E27FC236}">
                <a16:creationId xmlns:a16="http://schemas.microsoft.com/office/drawing/2014/main" id="{E4FE061B-0356-4C6F-A2CA-12D48BE34A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84750" y="2759076"/>
            <a:ext cx="6121400" cy="3009899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ru-RU" sz="1800"/>
            </a:lvl1pPr>
            <a:lvl2pPr>
              <a:lnSpc>
                <a:spcPct val="100000"/>
              </a:lnSpc>
              <a:spcBef>
                <a:spcPts val="1000"/>
              </a:spcBef>
              <a:defRPr lang="ru-RU" sz="1800"/>
            </a:lvl2pPr>
            <a:lvl3pPr>
              <a:lnSpc>
                <a:spcPct val="100000"/>
              </a:lnSpc>
              <a:spcBef>
                <a:spcPts val="1000"/>
              </a:spcBef>
              <a:defRPr lang="ru-RU" sz="1800"/>
            </a:lvl3pPr>
            <a:lvl4pPr>
              <a:lnSpc>
                <a:spcPct val="100000"/>
              </a:lnSpc>
              <a:spcBef>
                <a:spcPts val="1000"/>
              </a:spcBef>
              <a:defRPr lang="ru-RU" sz="1800"/>
            </a:lvl4pPr>
            <a:lvl5pPr>
              <a:lnSpc>
                <a:spcPct val="100000"/>
              </a:lnSpc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  <a:p>
            <a:pPr lvl="0" rtl="0"/>
            <a:endParaRPr lang="ru-RU" dirty="0"/>
          </a:p>
        </p:txBody>
      </p:sp>
      <p:sp>
        <p:nvSpPr>
          <p:cNvPr id="39" name="Дата 3">
            <a:extLst>
              <a:ext uri="{FF2B5EF4-FFF2-40B4-BE49-F238E27FC236}">
                <a16:creationId xmlns:a16="http://schemas.microsoft.com/office/drawing/2014/main" id="{C9AB8836-3239-49B5-AB6F-4AF85F1F06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 rtlCol="0"/>
          <a:lstStyle>
            <a:lvl1pPr>
              <a:defRPr lang="ru-RU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ru-RU">
                <a:solidFill>
                  <a:srgbClr val="FFFFFF"/>
                </a:solidFill>
              </a:rPr>
              <a:t>20ГГ</a:t>
            </a:r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40" name="Нижний колонтитул 4">
            <a:extLst>
              <a:ext uri="{FF2B5EF4-FFF2-40B4-BE49-F238E27FC236}">
                <a16:creationId xmlns:a16="http://schemas.microsoft.com/office/drawing/2014/main" id="{77EAD6AC-E509-49A1-8E38-1CABD458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 Light" panose="020F0302020204030204" pitchFamily="34" charset="0"/>
              </a:defRPr>
            </a:lvl1pPr>
          </a:lstStyle>
          <a:p>
            <a:pPr>
              <a:defRPr lang="ru-RU"/>
            </a:pPr>
            <a:endParaRPr lang="ru-RU" dirty="0">
              <a:solidFill>
                <a:prstClr val="white">
                  <a:alpha val="70000"/>
                </a:prstClr>
              </a:solidFill>
              <a:cs typeface="Calibri Light"/>
            </a:endParaRPr>
          </a:p>
        </p:txBody>
      </p:sp>
      <p:sp>
        <p:nvSpPr>
          <p:cNvPr id="41" name="Номер слайда 5">
            <a:extLst>
              <a:ext uri="{FF2B5EF4-FFF2-40B4-BE49-F238E27FC236}">
                <a16:creationId xmlns:a16="http://schemas.microsoft.com/office/drawing/2014/main" id="{B689B03B-F230-4530-8C09-EFB817238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 Light" panose="020F0302020204030204" pitchFamily="34" charset="0"/>
              </a:defRPr>
            </a:lvl1pPr>
          </a:lstStyle>
          <a:p>
            <a:pPr>
              <a:defRPr lang="ru-RU"/>
            </a:pPr>
            <a:fld id="{D39607A7-8386-47DB-8578-DDEDD194E5D4}" type="slidenum">
              <a:rPr lang="ru-RU" smtClean="0">
                <a:solidFill>
                  <a:prstClr val="white">
                    <a:alpha val="70000"/>
                  </a:prstClr>
                </a:solidFill>
                <a:cs typeface="Calibri Light"/>
              </a:rPr>
              <a:pPr>
                <a:defRPr lang="ru-RU"/>
              </a:pPr>
              <a:t>‹#›</a:t>
            </a:fld>
            <a:endParaRPr lang="ru-RU" dirty="0">
              <a:solidFill>
                <a:prstClr val="white">
                  <a:alpha val="70000"/>
                </a:prstClr>
              </a:solidFill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5149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6745F42-F11E-4295-BA16-71120E66B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980706"/>
            <a:ext cx="12192000" cy="3877293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30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3036F7FC-6006-4472-BC70-30C283ABC1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988" y="540000"/>
            <a:ext cx="3884962" cy="2011680"/>
          </a:xfrm>
        </p:spPr>
        <p:txBody>
          <a:bodyPr rtlCol="0" anchor="ctr" anchorCtr="0"/>
          <a:lstStyle>
            <a:lvl1pPr algn="ctr">
              <a:defRPr lang="ru-RU"/>
            </a:lvl1pPr>
          </a:lstStyle>
          <a:p>
            <a:pPr algn="ctr" rtl="0"/>
            <a:r>
              <a:rPr lang="ru-RU"/>
              <a:t>Заголовок слайда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3265A73B-104E-43C7-BBEC-C2B3D52E1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4714750" y="1545840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Объект 2">
            <a:extLst>
              <a:ext uri="{FF2B5EF4-FFF2-40B4-BE49-F238E27FC236}">
                <a16:creationId xmlns:a16="http://schemas.microsoft.com/office/drawing/2014/main" id="{8FE0F1ED-567A-464B-A7AB-53B58F510B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43552" y="540000"/>
            <a:ext cx="6107460" cy="2011680"/>
          </a:xfrm>
        </p:spPr>
        <p:txBody>
          <a:bodyPr rtlCol="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lang="ru-RU" sz="1800"/>
            </a:lvl1pPr>
            <a:lvl2pPr>
              <a:defRPr lang="ru-RU" sz="1800"/>
            </a:lvl2pPr>
            <a:lvl3pPr marL="720000" indent="0">
              <a:buNone/>
              <a:defRPr lang="ru-RU" sz="1800"/>
            </a:lvl3pPr>
            <a:lvl4pPr>
              <a:defRPr lang="ru-RU" sz="1800"/>
            </a:lvl4pPr>
            <a:lvl5pPr marL="1440000" indent="0">
              <a:buNone/>
              <a:defRPr lang="ru-RU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4" name="Местозаполнитель таблицы 3">
            <a:extLst>
              <a:ext uri="{FF2B5EF4-FFF2-40B4-BE49-F238E27FC236}">
                <a16:creationId xmlns:a16="http://schemas.microsoft.com/office/drawing/2014/main" id="{EBDB4AB8-A251-1D19-89FE-D1E389DC72CE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40988" y="3487738"/>
            <a:ext cx="11110023" cy="2486025"/>
          </a:xfrm>
        </p:spPr>
        <p:txBody>
          <a:bodyPr rtlCol="0"/>
          <a:lstStyle>
            <a:lvl1pPr>
              <a:defRPr lang="ru-RU"/>
            </a:lvl1pPr>
          </a:lstStyle>
          <a:p>
            <a:pPr rtl="0"/>
            <a:r>
              <a:rPr lang="ru-RU"/>
              <a:t>Щелкните значок, чтобы вставить таблицу</a:t>
            </a:r>
          </a:p>
        </p:txBody>
      </p:sp>
      <p:sp>
        <p:nvSpPr>
          <p:cNvPr id="15" name="Дата 3">
            <a:extLst>
              <a:ext uri="{FF2B5EF4-FFF2-40B4-BE49-F238E27FC236}">
                <a16:creationId xmlns:a16="http://schemas.microsoft.com/office/drawing/2014/main" id="{F23808ED-A697-419E-B2B9-925BC804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 rtlCol="0"/>
          <a:lstStyle>
            <a:lvl1pPr>
              <a:defRPr lang="ru-RU"/>
            </a:lvl1pPr>
          </a:lstStyle>
          <a:p>
            <a:pPr rtl="0">
              <a:defRPr lang="ru-RU"/>
            </a:pPr>
            <a:r>
              <a:rPr lang="ru-RU">
                <a:solidFill>
                  <a:prstClr val="white">
                    <a:alpha val="70000"/>
                  </a:prstClr>
                </a:solidFill>
              </a:rPr>
              <a:t>20ГГ</a:t>
            </a:r>
            <a:endParaRPr lang="ru-RU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6" name="Нижний колонтитул 4">
            <a:extLst>
              <a:ext uri="{FF2B5EF4-FFF2-40B4-BE49-F238E27FC236}">
                <a16:creationId xmlns:a16="http://schemas.microsoft.com/office/drawing/2014/main" id="{82CBC00E-8DBE-41F7-B5EC-A273F718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 Light" panose="020F0302020204030204" pitchFamily="34" charset="0"/>
              </a:defRPr>
            </a:lvl1pPr>
          </a:lstStyle>
          <a:p>
            <a:pPr>
              <a:defRPr lang="ru-RU"/>
            </a:pPr>
            <a:endParaRPr lang="ru-RU" dirty="0">
              <a:solidFill>
                <a:prstClr val="white">
                  <a:alpha val="70000"/>
                </a:prstClr>
              </a:solidFill>
              <a:cs typeface="Calibri Light"/>
            </a:endParaRPr>
          </a:p>
        </p:txBody>
      </p:sp>
      <p:sp>
        <p:nvSpPr>
          <p:cNvPr id="17" name="Номер слайда 5">
            <a:extLst>
              <a:ext uri="{FF2B5EF4-FFF2-40B4-BE49-F238E27FC236}">
                <a16:creationId xmlns:a16="http://schemas.microsoft.com/office/drawing/2014/main" id="{EC8BA04E-DB40-4D07-9B73-37122A902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 Light" panose="020F0302020204030204" pitchFamily="34" charset="0"/>
              </a:defRPr>
            </a:lvl1pPr>
          </a:lstStyle>
          <a:p>
            <a:pPr>
              <a:defRPr lang="ru-RU"/>
            </a:pPr>
            <a:fld id="{D39607A7-8386-47DB-8578-DDEDD194E5D4}" type="slidenum">
              <a:rPr lang="ru-RU" smtClean="0">
                <a:solidFill>
                  <a:prstClr val="white">
                    <a:alpha val="70000"/>
                  </a:prstClr>
                </a:solidFill>
                <a:cs typeface="Calibri Light"/>
              </a:rPr>
              <a:pPr>
                <a:defRPr lang="ru-RU"/>
              </a:pPr>
              <a:t>‹#›</a:t>
            </a:fld>
            <a:endParaRPr lang="ru-RU" dirty="0">
              <a:solidFill>
                <a:prstClr val="white">
                  <a:alpha val="70000"/>
                </a:prstClr>
              </a:solidFill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0423103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80A73D-6706-8DB1-BAA5-9EC91EF6D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54794" y="0"/>
            <a:ext cx="553720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1677" y="548640"/>
            <a:ext cx="4663440" cy="1371600"/>
          </a:xfrm>
        </p:spPr>
        <p:txBody>
          <a:bodyPr wrap="square" rtlCol="0" anchor="b" anchorCtr="0">
            <a:normAutofit/>
          </a:bodyPr>
          <a:lstStyle>
            <a:lvl1pPr algn="ctr">
              <a:defRPr lang="ru-RU"/>
            </a:lvl1pPr>
          </a:lstStyle>
          <a:p>
            <a:pPr algn="ctr" rtl="0"/>
            <a:r>
              <a:rPr lang="ru-RU"/>
              <a:t>Заголовок слайда</a:t>
            </a:r>
          </a:p>
        </p:txBody>
      </p:sp>
      <p:sp>
        <p:nvSpPr>
          <p:cNvPr id="3" name="Объект 3">
            <a:extLst>
              <a:ext uri="{FF2B5EF4-FFF2-40B4-BE49-F238E27FC236}">
                <a16:creationId xmlns:a16="http://schemas.microsoft.com/office/drawing/2014/main" id="{6A2E018F-B83F-5D9E-94F4-2B1C285CED1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8640" y="548640"/>
            <a:ext cx="5575300" cy="5656016"/>
          </a:xfrm>
        </p:spPr>
        <p:txBody>
          <a:bodyPr rtlCol="0">
            <a:noAutofit/>
          </a:bodyPr>
          <a:lstStyle>
            <a:lvl1pPr marL="283464" indent="-283464">
              <a:spcBef>
                <a:spcPts val="500"/>
              </a:spcBef>
              <a:defRPr lang="ru-RU" sz="1800"/>
            </a:lvl1pPr>
            <a:lvl2pPr marL="283464">
              <a:spcBef>
                <a:spcPts val="500"/>
              </a:spcBef>
              <a:defRPr lang="ru-RU" sz="1800"/>
            </a:lvl2pPr>
            <a:lvl3pPr marL="685800" indent="-283464">
              <a:spcBef>
                <a:spcPts val="500"/>
              </a:spcBef>
              <a:defRPr lang="ru-RU" sz="1800"/>
            </a:lvl3pPr>
            <a:lvl4pPr marL="685800">
              <a:spcBef>
                <a:spcPts val="500"/>
              </a:spcBef>
              <a:defRPr lang="ru-RU" sz="1800"/>
            </a:lvl4pPr>
            <a:lvl5pPr marL="1143000" indent="-283464">
              <a:spcBef>
                <a:spcPts val="500"/>
              </a:spcBef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" name="Объект 3">
            <a:extLst>
              <a:ext uri="{FF2B5EF4-FFF2-40B4-BE49-F238E27FC236}">
                <a16:creationId xmlns:a16="http://schemas.microsoft.com/office/drawing/2014/main" id="{2266A202-7CFD-8B3B-C33C-D85F06445EC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091676" y="2751236"/>
            <a:ext cx="4663440" cy="3453420"/>
          </a:xfrm>
        </p:spPr>
        <p:txBody>
          <a:bodyPr lIns="137160" rtlCol="0">
            <a:noAutofit/>
          </a:bodyPr>
          <a:lstStyle>
            <a:lvl1pPr marL="342900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lang="ru-RU" sz="1800"/>
            </a:lvl1pPr>
            <a:lvl2pPr marL="702900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lang="ru-RU" sz="1800"/>
            </a:lvl2pPr>
            <a:lvl3pPr marL="1139436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lang="ru-RU" sz="1800"/>
            </a:lvl3pPr>
            <a:lvl4pPr marL="1422900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lang="ru-RU" sz="1800"/>
            </a:lvl4pPr>
            <a:lvl5pPr marL="1859436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9" name="Дата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 rtlCol="0"/>
          <a:lstStyle>
            <a:lvl1pPr>
              <a:defRPr lang="ru-RU"/>
            </a:lvl1pPr>
          </a:lstStyle>
          <a:p>
            <a:pPr rtl="0">
              <a:defRPr lang="ru-RU"/>
            </a:pPr>
            <a:r>
              <a:rPr lang="ru-RU">
                <a:solidFill>
                  <a:prstClr val="white">
                    <a:alpha val="70000"/>
                  </a:prstClr>
                </a:solidFill>
              </a:rPr>
              <a:t>20ГГ</a:t>
            </a:r>
            <a:endParaRPr lang="ru-RU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 Light" panose="020F0302020204030204" pitchFamily="34" charset="0"/>
              </a:defRPr>
            </a:lvl1pPr>
          </a:lstStyle>
          <a:p>
            <a:pPr>
              <a:defRPr lang="ru-RU"/>
            </a:pPr>
            <a:endParaRPr lang="ru-RU" dirty="0">
              <a:solidFill>
                <a:prstClr val="white">
                  <a:alpha val="70000"/>
                </a:prstClr>
              </a:solidFill>
              <a:cs typeface="Calibri Light"/>
            </a:endParaRP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 Light" panose="020F0302020204030204" pitchFamily="34" charset="0"/>
              </a:defRPr>
            </a:lvl1pPr>
          </a:lstStyle>
          <a:p>
            <a:pPr>
              <a:defRPr lang="ru-RU"/>
            </a:pPr>
            <a:fld id="{D39607A7-8386-47DB-8578-DDEDD194E5D4}" type="slidenum">
              <a:rPr lang="ru-RU" smtClean="0">
                <a:solidFill>
                  <a:prstClr val="white">
                    <a:alpha val="70000"/>
                  </a:prstClr>
                </a:solidFill>
                <a:cs typeface="Calibri Light"/>
              </a:rPr>
              <a:pPr>
                <a:defRPr lang="ru-RU"/>
              </a:pPr>
              <a:t>‹#›</a:t>
            </a:fld>
            <a:endParaRPr lang="ru-RU" dirty="0">
              <a:solidFill>
                <a:prstClr val="white">
                  <a:alpha val="70000"/>
                </a:prstClr>
              </a:solidFill>
              <a:cs typeface="Calibri Light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10EFDB4E-BF6D-A408-5BC2-566CFAECD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6739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3133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5ABF0D4-6E3E-4B6A-9402-0B1819B2E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8640"/>
            <a:ext cx="10058400" cy="1097280"/>
          </a:xfrm>
        </p:spPr>
        <p:txBody>
          <a:bodyPr wrap="square" rtlCol="0" anchor="ctr" anchorCtr="0">
            <a:noAutofit/>
          </a:bodyPr>
          <a:lstStyle>
            <a:lvl1pPr algn="ctr">
              <a:defRPr lang="ru-RU"/>
            </a:lvl1pPr>
          </a:lstStyle>
          <a:p>
            <a:pPr algn="ctr" rtl="0"/>
            <a:r>
              <a:rPr lang="ru-RU"/>
              <a:t>Заголовок слайда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5DAB4820-09C0-4A6A-9DEF-D377D04A2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9649" y="1828800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CD6B5DAE-9335-B3AD-445C-296C2E06A2A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82650" y="2441575"/>
            <a:ext cx="10058400" cy="3450265"/>
          </a:xfrm>
        </p:spPr>
        <p:txBody>
          <a:bodyPr rtlCol="0"/>
          <a:lstStyle>
            <a:lvl1pPr marL="283464" indent="-283464">
              <a:defRPr lang="ru-RU"/>
            </a:lvl1pPr>
            <a:lvl2pPr marL="283464" indent="0">
              <a:defRPr lang="ru-RU"/>
            </a:lvl2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75B58DA2-1433-4624-A301-D9496CB289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 rtlCol="0"/>
          <a:lstStyle>
            <a:lvl1pPr>
              <a:defRPr lang="ru-RU"/>
            </a:lvl1pPr>
          </a:lstStyle>
          <a:p>
            <a:pPr rtl="0">
              <a:defRPr lang="ru-RU"/>
            </a:pPr>
            <a:r>
              <a:rPr lang="ru-RU">
                <a:solidFill>
                  <a:prstClr val="white">
                    <a:alpha val="70000"/>
                  </a:prstClr>
                </a:solidFill>
              </a:rPr>
              <a:t>20ГГ</a:t>
            </a:r>
            <a:endParaRPr lang="ru-RU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428E4701-5991-4858-AE71-47400E64F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 Light" panose="020F0302020204030204" pitchFamily="34" charset="0"/>
              </a:defRPr>
            </a:lvl1pPr>
          </a:lstStyle>
          <a:p>
            <a:pPr>
              <a:defRPr lang="ru-RU"/>
            </a:pPr>
            <a:endParaRPr lang="ru-RU" dirty="0">
              <a:solidFill>
                <a:prstClr val="white">
                  <a:alpha val="70000"/>
                </a:prstClr>
              </a:solidFill>
              <a:cs typeface="Calibri Light"/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AC430A52-01FF-4B61-8B7A-C60A8D06B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 Light" panose="020F0302020204030204" pitchFamily="34" charset="0"/>
              </a:defRPr>
            </a:lvl1pPr>
          </a:lstStyle>
          <a:p>
            <a:pPr>
              <a:defRPr lang="ru-RU"/>
            </a:pPr>
            <a:fld id="{D39607A7-8386-47DB-8578-DDEDD194E5D4}" type="slidenum">
              <a:rPr lang="ru-RU" smtClean="0">
                <a:solidFill>
                  <a:prstClr val="white">
                    <a:alpha val="70000"/>
                  </a:prstClr>
                </a:solidFill>
                <a:cs typeface="Calibri Light"/>
              </a:rPr>
              <a:pPr>
                <a:defRPr lang="ru-RU"/>
              </a:pPr>
              <a:t>‹#›</a:t>
            </a:fld>
            <a:endParaRPr lang="ru-RU" dirty="0">
              <a:solidFill>
                <a:prstClr val="white">
                  <a:alpha val="70000"/>
                </a:prstClr>
              </a:solidFill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0323775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т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E6EF848A-75B5-49A0-A26E-E3931F22D9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26" y="539751"/>
            <a:ext cx="4451349" cy="2082226"/>
          </a:xfrm>
        </p:spPr>
        <p:txBody>
          <a:bodyPr rtlCol="0" anchor="b"/>
          <a:lstStyle>
            <a:lvl1pPr algn="ctr">
              <a:defRPr lang="ru-RU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Подзаголовок 7">
            <a:extLst>
              <a:ext uri="{FF2B5EF4-FFF2-40B4-BE49-F238E27FC236}">
                <a16:creationId xmlns:a16="http://schemas.microsoft.com/office/drawing/2014/main" id="{0D20A319-635D-423F-BBAC-55CDC178560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70326" y="4248000"/>
            <a:ext cx="4451349" cy="2082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1800" i="1"/>
            </a:lvl1pPr>
          </a:lstStyle>
          <a:p>
            <a:pPr rtl="0"/>
            <a:r>
              <a:rPr lang="ru-RU"/>
              <a:t>Подзаголовок слайда</a:t>
            </a: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31AFB269-EE5A-41D3-BCD6-D9F59CE69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54952" y="3043393"/>
            <a:ext cx="1481845" cy="787628"/>
            <a:chOff x="4987925" y="2840038"/>
            <a:chExt cx="2216150" cy="1177924"/>
          </a:xfrm>
        </p:grpSpPr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45469245-EBD6-4BF4-B555-140F59F51604}"/>
                </a:ext>
              </a:extLst>
            </p:cNvPr>
            <p:cNvSpPr/>
            <p:nvPr/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ru-RU"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/>
              </a:endParaRPr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469BCC58-7D38-43ED-B78C-2D780660AA2B}"/>
                </a:ext>
              </a:extLst>
            </p:cNvPr>
            <p:cNvSpPr/>
            <p:nvPr/>
          </p:nvSpPr>
          <p:spPr>
            <a:xfrm>
              <a:off x="5750208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ru-RU"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/>
              </a:endParaRPr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0A8F2EBB-150B-4044-A215-E7B7EAD7429A}"/>
                </a:ext>
              </a:extLst>
            </p:cNvPr>
            <p:cNvSpPr/>
            <p:nvPr/>
          </p:nvSpPr>
          <p:spPr>
            <a:xfrm flipH="1">
              <a:off x="5469335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ru-RU"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/>
              </a:endParaRPr>
            </a:p>
          </p:txBody>
        </p:sp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E3CC0AD8-7413-4C81-9A62-702945CC3BE8}"/>
                </a:ext>
              </a:extLst>
            </p:cNvPr>
            <p:cNvGrpSpPr/>
            <p:nvPr/>
          </p:nvGrpSpPr>
          <p:grpSpPr>
            <a:xfrm>
              <a:off x="5614944" y="3117662"/>
              <a:ext cx="1009280" cy="464739"/>
              <a:chOff x="4432859" y="3200647"/>
              <a:chExt cx="1009280" cy="464739"/>
            </a:xfrm>
          </p:grpSpPr>
          <p:sp>
            <p:nvSpPr>
              <p:cNvPr id="41" name="Полилиния: Фигура 40">
                <a:extLst>
                  <a:ext uri="{FF2B5EF4-FFF2-40B4-BE49-F238E27FC236}">
                    <a16:creationId xmlns:a16="http://schemas.microsoft.com/office/drawing/2014/main" id="{2502799B-0C00-4D54-A631-1E79EAA52AFC}"/>
                  </a:ext>
                </a:extLst>
              </p:cNvPr>
              <p:cNvSpPr/>
              <p:nvPr/>
            </p:nvSpPr>
            <p:spPr>
              <a:xfrm rot="16200000" flipH="1" flipV="1">
                <a:off x="4977400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ru-RU"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Calibri Light"/>
                </a:endParaRPr>
              </a:p>
            </p:txBody>
          </p:sp>
          <p:sp>
            <p:nvSpPr>
              <p:cNvPr id="42" name="Свободная форма: Фигура 41">
                <a:extLst>
                  <a:ext uri="{FF2B5EF4-FFF2-40B4-BE49-F238E27FC236}">
                    <a16:creationId xmlns:a16="http://schemas.microsoft.com/office/drawing/2014/main" id="{64E9F509-6627-4770-8A74-970F83C54B15}"/>
                  </a:ext>
                </a:extLst>
              </p:cNvPr>
              <p:cNvSpPr/>
              <p:nvPr/>
            </p:nvSpPr>
            <p:spPr>
              <a:xfrm rot="5400000" flipV="1">
                <a:off x="4432859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ru-RU"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Calibri Light"/>
                </a:endParaRPr>
              </a:p>
            </p:txBody>
          </p:sp>
        </p:grpSp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5C187A2A-8F72-40F1-B320-D3B624B54859}"/>
                </a:ext>
              </a:extLst>
            </p:cNvPr>
            <p:cNvGrpSpPr/>
            <p:nvPr/>
          </p:nvGrpSpPr>
          <p:grpSpPr>
            <a:xfrm>
              <a:off x="5679979" y="2915338"/>
              <a:ext cx="1080000" cy="1080000"/>
              <a:chOff x="4497894" y="2998323"/>
              <a:chExt cx="1080000" cy="1080000"/>
            </a:xfrm>
          </p:grpSpPr>
          <p:grpSp>
            <p:nvGrpSpPr>
              <p:cNvPr id="35" name="Группа 34">
                <a:extLst>
                  <a:ext uri="{FF2B5EF4-FFF2-40B4-BE49-F238E27FC236}">
                    <a16:creationId xmlns:a16="http://schemas.microsoft.com/office/drawing/2014/main" id="{038DCBEB-9435-4A10-828C-CBFA74A08708}"/>
                  </a:ext>
                </a:extLst>
              </p:cNvPr>
              <p:cNvGrpSpPr/>
              <p:nvPr/>
            </p:nvGrpSpPr>
            <p:grpSpPr>
              <a:xfrm rot="13500000">
                <a:off x="4805524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39" name="Полилиния: Фигура 38">
                  <a:extLst>
                    <a:ext uri="{FF2B5EF4-FFF2-40B4-BE49-F238E27FC236}">
                      <a16:creationId xmlns:a16="http://schemas.microsoft.com/office/drawing/2014/main" id="{A8CE8E01-DABF-4783-A397-EDB1A91E2950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ru-RU"/>
                  </a:def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lang="ru-RU"/>
                  </a:pPr>
                  <a:endParaRPr kumimoji="0" 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 Light" panose="020F0302020204030204" pitchFamily="34" charset="0"/>
                    <a:ea typeface="+mn-ea"/>
                    <a:cs typeface="Calibri Light"/>
                  </a:endParaRPr>
                </a:p>
              </p:txBody>
            </p:sp>
            <p:cxnSp>
              <p:nvCxnSpPr>
                <p:cNvPr id="40" name="Прямая соединительная линия 39">
                  <a:extLst>
                    <a:ext uri="{FF2B5EF4-FFF2-40B4-BE49-F238E27FC236}">
                      <a16:creationId xmlns:a16="http://schemas.microsoft.com/office/drawing/2014/main" id="{6401896A-2EF5-4843-9DC5-ECC0D6F6A7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Группа 35">
                <a:extLst>
                  <a:ext uri="{FF2B5EF4-FFF2-40B4-BE49-F238E27FC236}">
                    <a16:creationId xmlns:a16="http://schemas.microsoft.com/office/drawing/2014/main" id="{FB7C02DC-3E0A-45D2-859A-86EB5A3CF979}"/>
                  </a:ext>
                </a:extLst>
              </p:cNvPr>
              <p:cNvGrpSpPr/>
              <p:nvPr/>
            </p:nvGrpSpPr>
            <p:grpSpPr>
              <a:xfrm rot="8100000" flipH="1">
                <a:off x="4542572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37" name="Свободная форма: Фигура 36">
                  <a:extLst>
                    <a:ext uri="{FF2B5EF4-FFF2-40B4-BE49-F238E27FC236}">
                      <a16:creationId xmlns:a16="http://schemas.microsoft.com/office/drawing/2014/main" id="{C5170D8C-ECD3-41D1-83F4-8C2A4AEC277D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ru-RU"/>
                  </a:def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lang="ru-RU"/>
                  </a:pPr>
                  <a:endParaRPr kumimoji="0" 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 Light" panose="020F0302020204030204" pitchFamily="34" charset="0"/>
                    <a:ea typeface="+mn-ea"/>
                    <a:cs typeface="Calibri Light"/>
                  </a:endParaRPr>
                </a:p>
              </p:txBody>
            </p:sp>
            <p:cxnSp>
              <p:nvCxnSpPr>
                <p:cNvPr id="38" name="Прямая соединительная линия 37">
                  <a:extLst>
                    <a:ext uri="{FF2B5EF4-FFF2-40B4-BE49-F238E27FC236}">
                      <a16:creationId xmlns:a16="http://schemas.microsoft.com/office/drawing/2014/main" id="{BADB4C03-0F86-4580-B0C9-48DD4B3B67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599489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ru-RU" sz="1000" cap="all" spc="300" baseline="0">
                <a:solidFill>
                  <a:schemeClr val="tx1">
                    <a:alpha val="7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ru-RU"/>
              <a:t>20ГГ</a:t>
            </a:r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lang="ru-RU" sz="1000" cap="all" spc="300" baseline="0">
                <a:solidFill>
                  <a:schemeClr val="tx1">
                    <a:alpha val="7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ru-RU" dirty="0">
              <a:latin typeface="Calibri Light" panose="020F0302020204030204" pitchFamily="34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lang="ru-RU" sz="1000" cap="all" spc="300" baseline="0">
                <a:solidFill>
                  <a:schemeClr val="tx1">
                    <a:alpha val="7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D39607A7-8386-47DB-8578-DDEDD194E5D4}" type="slidenum">
              <a:rPr lang="ru-RU" smtClean="0"/>
              <a:pPr/>
              <a:t>‹#›</a:t>
            </a:fld>
            <a:endParaRPr lang="ru-RU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7124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94" r:id="rId2"/>
    <p:sldLayoutId id="2147483679" r:id="rId3"/>
    <p:sldLayoutId id="2147483695" r:id="rId4"/>
    <p:sldLayoutId id="2147483678" r:id="rId5"/>
    <p:sldLayoutId id="2147483696" r:id="rId6"/>
    <p:sldLayoutId id="2147483697" r:id="rId7"/>
    <p:sldLayoutId id="2147483700" r:id="rId8"/>
    <p:sldLayoutId id="2147483701" r:id="rId9"/>
    <p:sldLayoutId id="2147483680" r:id="rId10"/>
    <p:sldLayoutId id="2147483698" r:id="rId11"/>
    <p:sldLayoutId id="2147483699" r:id="rId12"/>
    <p:sldLayoutId id="2147483684" r:id="rId13"/>
    <p:sldLayoutId id="2147483702" r:id="rId1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ru-RU"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lang="ru-RU" sz="2000" kern="1200">
          <a:solidFill>
            <a:schemeClr val="tx1">
              <a:alpha val="70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lang="ru-RU" sz="2000" i="1" kern="1200">
          <a:solidFill>
            <a:schemeClr val="tx1">
              <a:alpha val="70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lang="ru-RU" sz="2000" kern="1200">
          <a:solidFill>
            <a:schemeClr val="tx1">
              <a:alpha val="70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lang="ru-RU" sz="2000" i="1" kern="1200">
          <a:solidFill>
            <a:schemeClr val="tx1">
              <a:alpha val="70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lang="ru-RU" sz="2000" kern="1200">
          <a:solidFill>
            <a:schemeClr val="tx1">
              <a:alpha val="70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19">
          <p15:clr>
            <a:srgbClr val="5ACBF0"/>
          </p15:clr>
        </p15:guide>
        <p15:guide id="2" pos="1731">
          <p15:clr>
            <a:srgbClr val="5ACBF0"/>
          </p15:clr>
        </p15:guide>
        <p15:guide id="3" pos="3140">
          <p15:clr>
            <a:srgbClr val="5ACBF0"/>
          </p15:clr>
        </p15:guide>
        <p15:guide id="4" pos="3488">
          <p15:clr>
            <a:srgbClr val="5ACBF0"/>
          </p15:clr>
        </p15:guide>
        <p15:guide id="5" pos="2788">
          <p15:clr>
            <a:srgbClr val="5ACBF0"/>
          </p15:clr>
        </p15:guide>
        <p15:guide id="6" pos="2434">
          <p15:clr>
            <a:srgbClr val="5ACBF0"/>
          </p15:clr>
        </p15:guide>
        <p15:guide id="7" pos="2084">
          <p15:clr>
            <a:srgbClr val="5ACBF0"/>
          </p15:clr>
        </p15:guide>
        <p15:guide id="8" pos="341">
          <p15:clr>
            <a:srgbClr val="F26B43"/>
          </p15:clr>
        </p15:guide>
        <p15:guide id="9" pos="1384">
          <p15:clr>
            <a:srgbClr val="5ACBF0"/>
          </p15:clr>
        </p15:guide>
        <p15:guide id="10" pos="1032">
          <p15:clr>
            <a:srgbClr val="5ACBF0"/>
          </p15:clr>
        </p15:guide>
        <p15:guide id="11" pos="680">
          <p15:clr>
            <a:srgbClr val="FDE53C"/>
          </p15:clr>
        </p15:guide>
        <p15:guide id="12" pos="4192">
          <p15:clr>
            <a:srgbClr val="5ACBF0"/>
          </p15:clr>
        </p15:guide>
        <p15:guide id="13" pos="4543">
          <p15:clr>
            <a:srgbClr val="5ACBF0"/>
          </p15:clr>
        </p15:guide>
        <p15:guide id="14" pos="4892">
          <p15:clr>
            <a:srgbClr val="5ACBF0"/>
          </p15:clr>
        </p15:guide>
        <p15:guide id="15" pos="5244">
          <p15:clr>
            <a:srgbClr val="5ACBF0"/>
          </p15:clr>
        </p15:guide>
        <p15:guide id="16" pos="5596">
          <p15:clr>
            <a:srgbClr val="5ACBF0"/>
          </p15:clr>
        </p15:guide>
        <p15:guide id="17" pos="5948">
          <p15:clr>
            <a:srgbClr val="5ACBF0"/>
          </p15:clr>
        </p15:guide>
        <p15:guide id="18" pos="6296">
          <p15:clr>
            <a:srgbClr val="5ACBF0"/>
          </p15:clr>
        </p15:guide>
        <p15:guide id="19" pos="6648">
          <p15:clr>
            <a:srgbClr val="5ACBF0"/>
          </p15:clr>
        </p15:guide>
        <p15:guide id="20" pos="6996">
          <p15:clr>
            <a:srgbClr val="FDE53C"/>
          </p15:clr>
        </p15:guide>
        <p15:guide id="21" orient="horz" pos="335">
          <p15:clr>
            <a:srgbClr val="F26B43"/>
          </p15:clr>
        </p15:guide>
        <p15:guide id="22" orient="horz" pos="680">
          <p15:clr>
            <a:srgbClr val="FDE53C"/>
          </p15:clr>
        </p15:guide>
        <p15:guide id="23" orient="horz" pos="1050">
          <p15:clr>
            <a:srgbClr val="5ACBF0"/>
          </p15:clr>
        </p15:guide>
        <p15:guide id="24" orient="horz" pos="1791">
          <p15:clr>
            <a:srgbClr val="5ACBF0"/>
          </p15:clr>
        </p15:guide>
        <p15:guide id="26" orient="horz" pos="2530">
          <p15:clr>
            <a:srgbClr val="5ACBF0"/>
          </p15:clr>
        </p15:guide>
        <p15:guide id="27" orient="horz" pos="2899">
          <p15:clr>
            <a:srgbClr val="5ACBF0"/>
          </p15:clr>
        </p15:guide>
        <p15:guide id="28" orient="horz" pos="3268">
          <p15:clr>
            <a:srgbClr val="5ACBF0"/>
          </p15:clr>
        </p15:guide>
        <p15:guide id="29" orient="horz" pos="3634">
          <p15:clr>
            <a:srgbClr val="FDE53C"/>
          </p15:clr>
        </p15:guide>
        <p15:guide id="30" orient="horz" pos="3979">
          <p15:clr>
            <a:srgbClr val="F26B43"/>
          </p15:clr>
        </p15:guide>
        <p15:guide id="31" orient="horz" pos="2160">
          <p15:clr>
            <a:srgbClr val="FDE53C"/>
          </p15:clr>
        </p15:guide>
        <p15:guide id="32" pos="7340">
          <p15:clr>
            <a:srgbClr val="F26B43"/>
          </p15:clr>
        </p15:guide>
        <p15:guide id="33" pos="3840">
          <p15:clr>
            <a:srgbClr val="FDE53C"/>
          </p15:clr>
        </p15:guide>
        <p15:guide id="34" orient="horz" pos="637">
          <p15:clr>
            <a:srgbClr val="C35EA4"/>
          </p15:clr>
        </p15:guide>
        <p15:guide id="35" orient="horz" pos="1128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E381C4-F52E-F586-1465-77001CB91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54359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Качество сна и</a:t>
            </a:r>
            <a:br>
              <a:rPr lang="ru-RU" dirty="0"/>
            </a:br>
            <a:r>
              <a:rPr lang="ru-RU" dirty="0"/>
              <a:t>бодрствования</a:t>
            </a:r>
            <a:br>
              <a:rPr lang="ru-RU" dirty="0"/>
            </a:b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2C5D24-A420-0029-8E30-1748C2A47363}"/>
              </a:ext>
            </a:extLst>
          </p:cNvPr>
          <p:cNvSpPr txBox="1"/>
          <p:nvPr/>
        </p:nvSpPr>
        <p:spPr>
          <a:xfrm>
            <a:off x="3448259" y="4441371"/>
            <a:ext cx="52954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tx1">
                    <a:alpha val="7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Анализ сна за декабрь</a:t>
            </a:r>
            <a:endParaRPr lang="en-US" b="1" dirty="0">
              <a:solidFill>
                <a:schemeClr val="tx1">
                  <a:alpha val="7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b="1" dirty="0">
              <a:solidFill>
                <a:schemeClr val="tx1">
                  <a:alpha val="7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ru-RU" b="1" dirty="0">
                <a:solidFill>
                  <a:schemeClr val="tx1">
                    <a:alpha val="7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Выполнил: Сиразетдинов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1" dirty="0">
                <a:solidFill>
                  <a:schemeClr val="tx1">
                    <a:alpha val="7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Азат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chemeClr val="tx1">
                    <a:alpha val="7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P3416</a:t>
            </a:r>
            <a:endParaRPr lang="ru-RU" b="1" dirty="0">
              <a:solidFill>
                <a:schemeClr val="tx1">
                  <a:alpha val="7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619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4773FB0-C63F-4D24-4DE4-A2DA02712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7A41107-D99D-49EB-8793-83E21D8FABA0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Цель: проанализировать качество сна в январе и сделать выводы что нужно сделать для того чтобы улучшить самочувствие</a:t>
            </a:r>
          </a:p>
          <a:p>
            <a:pPr marL="0" indent="0">
              <a:buNone/>
            </a:pPr>
            <a:r>
              <a:rPr lang="ru-RU" dirty="0"/>
              <a:t>Задачи:</a:t>
            </a:r>
          </a:p>
          <a:p>
            <a:r>
              <a:rPr lang="ru-RU" dirty="0"/>
              <a:t>Оценка сна и настроения</a:t>
            </a:r>
          </a:p>
          <a:p>
            <a:r>
              <a:rPr lang="ru-RU"/>
              <a:t>Поиск закономерностей</a:t>
            </a:r>
            <a:endParaRPr lang="ru-RU" dirty="0"/>
          </a:p>
          <a:p>
            <a:r>
              <a:rPr lang="ru-RU" dirty="0"/>
              <a:t>Выявить список рекомендаций для улучшения качества сна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7866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8352076-65B5-C2DF-1B98-F53DD1D91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Время Отхода ко сну и пробуждения</a:t>
            </a:r>
          </a:p>
        </p:txBody>
      </p:sp>
      <p:sp>
        <p:nvSpPr>
          <p:cNvPr id="15" name="Объект 14">
            <a:extLst>
              <a:ext uri="{FF2B5EF4-FFF2-40B4-BE49-F238E27FC236}">
                <a16:creationId xmlns:a16="http://schemas.microsoft.com/office/drawing/2014/main" id="{97B0AC9C-0433-6B83-4743-3A4559BB3E6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10818" y="2475336"/>
            <a:ext cx="3862150" cy="360542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В будние дни я ложусь примерно в одинаковые часы, но из-за накопленного недосыпа на выходных я ложусь позже и мне нужно дольше высыпаться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BC9E543-350A-B89E-6881-1930715C8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596" y="2475336"/>
            <a:ext cx="6377586" cy="314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45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8B8C-F7A0-93F3-46F9-1E599E670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BC5BEC3-FD6D-909F-6F56-5C4C7234F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Время Отхода ко сну и пробуждения</a:t>
            </a:r>
          </a:p>
        </p:txBody>
      </p:sp>
      <p:sp>
        <p:nvSpPr>
          <p:cNvPr id="15" name="Объект 14">
            <a:extLst>
              <a:ext uri="{FF2B5EF4-FFF2-40B4-BE49-F238E27FC236}">
                <a16:creationId xmlns:a16="http://schemas.microsoft.com/office/drawing/2014/main" id="{A7ED3035-EF62-B555-24CA-428352EDFAD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10818" y="2475336"/>
            <a:ext cx="3862150" cy="360542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В среднем я сплю 7 часов 20 минут. </a:t>
            </a:r>
          </a:p>
          <a:p>
            <a:pPr rtl="0"/>
            <a:r>
              <a:rPr lang="ru-RU" dirty="0"/>
              <a:t>Но в будние я сплю чуть больше шести часов и из=за этого мне нужно «досыпать» на выходных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D01843-4241-A2A9-C2AC-64568DF8A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968" y="2704958"/>
            <a:ext cx="6640059" cy="275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989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E748D-8C30-944F-E1DA-40E93B8A0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6BE7BC2-F712-173E-5F10-19D173CC9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Влияние времени отхода ко сну на качество сна</a:t>
            </a:r>
          </a:p>
        </p:txBody>
      </p:sp>
      <p:sp>
        <p:nvSpPr>
          <p:cNvPr id="15" name="Объект 14">
            <a:extLst>
              <a:ext uri="{FF2B5EF4-FFF2-40B4-BE49-F238E27FC236}">
                <a16:creationId xmlns:a16="http://schemas.microsoft.com/office/drawing/2014/main" id="{1570F3B2-DD58-E7EF-EA27-236BA412198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10818" y="2475336"/>
            <a:ext cx="3862150" cy="3605420"/>
          </a:xfrm>
        </p:spPr>
        <p:txBody>
          <a:bodyPr rtlCol="0"/>
          <a:lstStyle>
            <a:defPPr>
              <a:defRPr lang="ru-RU"/>
            </a:defPPr>
          </a:lstStyle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ru-RU" dirty="0"/>
              <a:t>Чем раньше ложишься спать тем лучше сон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ru-RU" dirty="0"/>
              <a:t>Если соблюдать стабильный режим то можно получить хороший сон даже ложась в 3-4 ночи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4664B0-66D2-83FE-EC4C-A47178ACF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800" y="2234851"/>
            <a:ext cx="6121400" cy="359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485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C8E66-EFC0-DD69-8A13-C5D89784C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E2C9435-D98D-CAB5-677C-6EA410A99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Динамика падения </a:t>
            </a:r>
            <a:r>
              <a:rPr lang="ru-RU" dirty="0" err="1"/>
              <a:t>самочуствия</a:t>
            </a:r>
            <a:r>
              <a:rPr lang="ru-RU" dirty="0"/>
              <a:t> с количеством сна</a:t>
            </a:r>
          </a:p>
        </p:txBody>
      </p:sp>
      <p:sp>
        <p:nvSpPr>
          <p:cNvPr id="15" name="Объект 14">
            <a:extLst>
              <a:ext uri="{FF2B5EF4-FFF2-40B4-BE49-F238E27FC236}">
                <a16:creationId xmlns:a16="http://schemas.microsoft.com/office/drawing/2014/main" id="{CC96EC1C-AE4F-E7C9-5FFE-0AAE3DA5A0E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10818" y="2475336"/>
            <a:ext cx="3862150" cy="360542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После продолжительного периода с малым количеством сна можно наблюдать сильные перемены настроения в течение суток которые пропадают после качественного сна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D65EAFA-4E31-1DC5-3A07-A8C37EA81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290" y="2962373"/>
            <a:ext cx="6648892" cy="269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664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53E98-05D5-2EE1-0B5A-AC8FEDF52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0B4534E-30A8-57E0-F4DE-42045BB67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Длительность сна и качество по дням недели</a:t>
            </a:r>
          </a:p>
        </p:txBody>
      </p:sp>
      <p:sp>
        <p:nvSpPr>
          <p:cNvPr id="15" name="Объект 14">
            <a:extLst>
              <a:ext uri="{FF2B5EF4-FFF2-40B4-BE49-F238E27FC236}">
                <a16:creationId xmlns:a16="http://schemas.microsoft.com/office/drawing/2014/main" id="{AB8397C1-633B-F1AF-E228-53DD39DC3E4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10818" y="2475336"/>
            <a:ext cx="3862150" cy="3605420"/>
          </a:xfrm>
        </p:spPr>
        <p:txBody>
          <a:bodyPr rtlCol="0"/>
          <a:lstStyle>
            <a:defPPr>
              <a:defRPr lang="ru-RU"/>
            </a:defPPr>
          </a:lstStyle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ru-RU" dirty="0"/>
              <a:t>Мое настроение хуже всего в понедельник и по приближению выходных улучшается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ru-RU" dirty="0"/>
              <a:t>Качество моего сна к выходным ухудшается, потому что на выходных у меня накапливается недосып и я сплю сильно больше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ru-RU" dirty="0"/>
              <a:t>На выходных я сплю сильно больше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49EC13-7F3A-0213-33A9-6A3AEBCE6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0" y="2209451"/>
            <a:ext cx="5905500" cy="364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613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7E9E1F-A0F5-17B1-8ACC-26E819F2C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 и рекомендации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84F3A2-D84A-D3BA-DA7B-B33B17E14A7A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ru-RU" dirty="0"/>
              <a:t>Выводы: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будние дни у меня накапливается недосып, и мне нужно его компенсировать на выходных днях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Лучше всего соблюдать четкий режим и ложиться в одинаковое время каждый день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6.5 часов мне недостаточно для качественного сна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D45AE25-D25F-9A8C-EB3C-F915C1F1EC87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ru-RU" dirty="0"/>
              <a:t>Рекомендации: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Увеличить количество сна в будние дни до 7 часов в среднем, чтобы не приходилось спать больше по выходным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 задерживать время отхода ко сну в выходные</a:t>
            </a:r>
          </a:p>
        </p:txBody>
      </p:sp>
    </p:spTree>
    <p:extLst>
      <p:ext uri="{BB962C8B-B14F-4D97-AF65-F5344CB8AC3E}">
        <p14:creationId xmlns:p14="http://schemas.microsoft.com/office/powerpoint/2010/main" val="129437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903501C3-C301-490F-A129-5C468AEC91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66050" y="1079500"/>
            <a:ext cx="3884962" cy="213840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Как победить неуверенность в себе</a:t>
            </a:r>
          </a:p>
        </p:txBody>
      </p:sp>
      <p:sp>
        <p:nvSpPr>
          <p:cNvPr id="11" name="Подзаголовок 10">
            <a:extLst>
              <a:ext uri="{FF2B5EF4-FFF2-40B4-BE49-F238E27FC236}">
                <a16:creationId xmlns:a16="http://schemas.microsoft.com/office/drawing/2014/main" id="{FC3F3DE7-4288-44D0-9E2E-8E5B9936A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6051" y="4113213"/>
            <a:ext cx="3884961" cy="165576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Стратегии укрепления уверенности в себе</a:t>
            </a:r>
          </a:p>
        </p:txBody>
      </p:sp>
      <p:pic>
        <p:nvPicPr>
          <p:cNvPr id="20" name="Рисунок 19" descr="Лист растения крупным планом">
            <a:extLst>
              <a:ext uri="{FF2B5EF4-FFF2-40B4-BE49-F238E27FC236}">
                <a16:creationId xmlns:a16="http://schemas.microsoft.com/office/drawing/2014/main" id="{6E2D2D38-24AA-4E51-8201-BF33AE41587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1338" y="539750"/>
            <a:ext cx="6670675" cy="5759450"/>
          </a:xfrm>
        </p:spPr>
      </p:pic>
    </p:spTree>
    <p:extLst>
      <p:ext uri="{BB962C8B-B14F-4D97-AF65-F5344CB8AC3E}">
        <p14:creationId xmlns:p14="http://schemas.microsoft.com/office/powerpoint/2010/main" val="975368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B14C0111-86AA-B377-753D-02A3CA89F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548640"/>
            <a:ext cx="5486400" cy="137160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Повестка дня</a:t>
            </a:r>
          </a:p>
        </p:txBody>
      </p: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03252AFB-1364-05E7-C423-89DB466ED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49" y="2759076"/>
            <a:ext cx="5486399" cy="300989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 err="1"/>
              <a:t>Природосберегающая</a:t>
            </a:r>
            <a:r>
              <a:rPr lang="ru-RU" dirty="0"/>
              <a:t> упаковка и материалы</a:t>
            </a:r>
          </a:p>
          <a:p>
            <a:pPr rtl="0"/>
            <a:r>
              <a:rPr lang="ru-RU" dirty="0"/>
              <a:t>Технологии возобновляемой энергии и их интеграция</a:t>
            </a:r>
          </a:p>
          <a:p>
            <a:pPr rtl="0"/>
            <a:r>
              <a:rPr lang="ru-RU" dirty="0"/>
              <a:t>Цикличная экономика и управление жизненным циклом продуктов </a:t>
            </a:r>
          </a:p>
          <a:p>
            <a:pPr rtl="0"/>
            <a:r>
              <a:rPr lang="ru-RU" dirty="0"/>
              <a:t>Устойчивое развитие и веганские альтернативы</a:t>
            </a:r>
          </a:p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8681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CF7FA-557B-82FA-0B3B-B29A88184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5851" y="2165174"/>
            <a:ext cx="6118224" cy="155448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Сила коммуникации</a:t>
            </a:r>
          </a:p>
        </p:txBody>
      </p:sp>
      <p:pic>
        <p:nvPicPr>
          <p:cNvPr id="6" name="Рисунок 10" descr="Руки, держащие растение, крупным планом">
            <a:extLst>
              <a:ext uri="{FF2B5EF4-FFF2-40B4-BE49-F238E27FC236}">
                <a16:creationId xmlns:a16="http://schemas.microsoft.com/office/drawing/2014/main" id="{B8EA5149-9394-870E-B264-F258BDDEFD0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9613" y="0"/>
            <a:ext cx="3862387" cy="2286000"/>
          </a:xfrm>
        </p:spPr>
      </p:pic>
      <p:pic>
        <p:nvPicPr>
          <p:cNvPr id="7" name="Рисунок 6" descr="Изображение зеленой лягушки">
            <a:extLst>
              <a:ext uri="{FF2B5EF4-FFF2-40B4-BE49-F238E27FC236}">
                <a16:creationId xmlns:a16="http://schemas.microsoft.com/office/drawing/2014/main" id="{0C1F56FC-13FD-CF18-C27C-BB919D2032E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9200" y="2286000"/>
            <a:ext cx="3862387" cy="2286000"/>
          </a:xfrm>
        </p:spPr>
      </p:pic>
      <p:pic>
        <p:nvPicPr>
          <p:cNvPr id="8" name="Рисунок 17" descr="Небольшое растение, вырастающее из земли">
            <a:extLst>
              <a:ext uri="{FF2B5EF4-FFF2-40B4-BE49-F238E27FC236}">
                <a16:creationId xmlns:a16="http://schemas.microsoft.com/office/drawing/2014/main" id="{AF3B1638-8D86-9297-862F-D554B1D506E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9200" y="4572000"/>
            <a:ext cx="3862387" cy="2286000"/>
          </a:xfrm>
        </p:spPr>
      </p:pic>
    </p:spTree>
    <p:extLst>
      <p:ext uri="{BB962C8B-B14F-4D97-AF65-F5344CB8AC3E}">
        <p14:creationId xmlns:p14="http://schemas.microsoft.com/office/powerpoint/2010/main" val="2841478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53BE6CC-8C1E-6B1C-8AA5-3F3426DFC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7246"/>
            <a:ext cx="10058400" cy="109728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Вовлечение слушателей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B9CCD2F-6960-1115-4E8A-99C450D747C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711243" y="2287435"/>
            <a:ext cx="8769514" cy="376819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Поддерживайте зрительный контакт со слушателями, чтобы создать ощущение взаимопонимания и вовлеченности</a:t>
            </a:r>
          </a:p>
          <a:p>
            <a:pPr rtl="0"/>
            <a:r>
              <a:rPr lang="ru-RU"/>
              <a:t>Добавьте в презентацию сюжеты, с героями которых слушатели могут себя отождествить — это сделает ваше сообщение запоминающимся и эффектным</a:t>
            </a:r>
          </a:p>
          <a:p>
            <a:pPr rtl="0"/>
            <a:r>
              <a:rPr lang="ru-RU"/>
              <a:t>Поощряйте вопросы и предоставляйте продуманные ответы, чтобы повысить степень участия аудитории</a:t>
            </a:r>
          </a:p>
          <a:p>
            <a:pPr rtl="0"/>
            <a:r>
              <a:rPr lang="ru-RU"/>
              <a:t>Используйте анкеты или опросы в прямом эфире, чтобы собрать мнения слушателей, повысить их вовлеченность и помочь им чувствовать себя непосредственными участниками</a:t>
            </a:r>
          </a:p>
        </p:txBody>
      </p:sp>
    </p:spTree>
    <p:extLst>
      <p:ext uri="{BB962C8B-B14F-4D97-AF65-F5344CB8AC3E}">
        <p14:creationId xmlns:p14="http://schemas.microsoft.com/office/powerpoint/2010/main" val="3429045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7DE88C-4518-8DA5-1DFF-70A6558595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13840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Выбор визуальных средств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895DF9-4327-92A6-EB3F-1320895ED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350" y="4113213"/>
            <a:ext cx="5575300" cy="165576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Совершенствование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760724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A38AAD-ED41-A5A5-C08E-89B0C4F54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7244"/>
            <a:ext cx="10058400" cy="109728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Эффективные методы презентации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539837-86F8-E190-7724-905421C336A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664443" y="2484712"/>
            <a:ext cx="4360507" cy="360542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Это мощный инструмент для публичных выступлений. Он позволяет варьировать интонацию, тон и громкость для передачи чувств, подчеркивания важных мест и поддержания интереса. </a:t>
            </a:r>
          </a:p>
          <a:p>
            <a:pPr lvl="1" rtl="0"/>
            <a:r>
              <a:rPr lang="ru-RU" dirty="0"/>
              <a:t>Вариации интонации</a:t>
            </a:r>
          </a:p>
          <a:p>
            <a:pPr lvl="1" rtl="0"/>
            <a:r>
              <a:rPr lang="ru-RU" dirty="0"/>
              <a:t>Вариации тона</a:t>
            </a:r>
          </a:p>
          <a:p>
            <a:pPr lvl="1" rtl="0"/>
            <a:r>
              <a:rPr lang="ru-RU" dirty="0"/>
              <a:t>Управление громкостью</a:t>
            </a:r>
          </a:p>
          <a:p>
            <a:pPr rtl="0"/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14F103D-6A11-7052-0475-B28F957A9B6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359649" y="2493040"/>
            <a:ext cx="4360507" cy="360542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Эффективный язык тела улучшает ваше сообщение, делая его более эффектным и запоминающимся.</a:t>
            </a:r>
          </a:p>
          <a:p>
            <a:pPr lvl="1" rtl="0"/>
            <a:r>
              <a:rPr lang="ru-RU" dirty="0"/>
              <a:t>Осмысленный контакт глаз</a:t>
            </a:r>
          </a:p>
          <a:p>
            <a:pPr lvl="1" rtl="0"/>
            <a:r>
              <a:rPr lang="ru-RU" dirty="0"/>
              <a:t>Целенаправленные жесты</a:t>
            </a:r>
          </a:p>
          <a:p>
            <a:pPr lvl="1" rtl="0"/>
            <a:r>
              <a:rPr lang="ru-RU" dirty="0"/>
              <a:t>Сохраняйте хорошую осанку</a:t>
            </a:r>
          </a:p>
          <a:p>
            <a:pPr lvl="1" rtl="0"/>
            <a:r>
              <a:rPr lang="ru-RU" dirty="0"/>
              <a:t>Управление выражением лица</a:t>
            </a:r>
          </a:p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5863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A8A76F-D376-79BA-AC5E-A2735E783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3886200" cy="2304288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Навигация по сеансам вопросов и ответов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F5D284-61C4-B17C-FCD3-9FA9070D219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534660" y="548641"/>
            <a:ext cx="6130625" cy="2304288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Заранее изучите материал</a:t>
            </a:r>
          </a:p>
          <a:p>
            <a:pPr rtl="0"/>
            <a:r>
              <a:rPr lang="ru-RU"/>
              <a:t>Предугадайте распространенные вопросы и ожидайте их</a:t>
            </a:r>
          </a:p>
          <a:p>
            <a:pPr rtl="0"/>
            <a:r>
              <a:rPr lang="ru-RU"/>
              <a:t>Отрепетируйте ответы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3536F5E-3803-4149-AA66-FD25B8E82CF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520387" y="3735238"/>
            <a:ext cx="6130625" cy="257412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При ответах на вопросы очень важно сохранять самообладание, чтобы выглядеть уверенно и авторитетно. Сохранить уверенность в себе помогут следующие советы:</a:t>
            </a:r>
          </a:p>
          <a:p>
            <a:pPr lvl="1" rtl="0"/>
            <a:r>
              <a:rPr lang="ru-RU"/>
              <a:t>Сохраняйте спокойствие</a:t>
            </a:r>
          </a:p>
          <a:p>
            <a:pPr lvl="1" rtl="0"/>
            <a:r>
              <a:rPr lang="ru-RU"/>
              <a:t>Активно слушайте</a:t>
            </a:r>
          </a:p>
          <a:p>
            <a:pPr lvl="1" rtl="0"/>
            <a:r>
              <a:rPr lang="ru-RU"/>
              <a:t>Услышав вопрос, сделайте паузу и обдумайте его</a:t>
            </a:r>
          </a:p>
          <a:p>
            <a:pPr lvl="1" rtl="0"/>
            <a:r>
              <a:rPr lang="ru-RU"/>
              <a:t>Поддерживайте зрительный контакт</a:t>
            </a:r>
          </a:p>
        </p:txBody>
      </p:sp>
    </p:spTree>
    <p:extLst>
      <p:ext uri="{BB962C8B-B14F-4D97-AF65-F5344CB8AC3E}">
        <p14:creationId xmlns:p14="http://schemas.microsoft.com/office/powerpoint/2010/main" val="4115843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EB5714-4BE0-EC6B-90B7-F8A86023F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988" y="540000"/>
            <a:ext cx="3884962" cy="201168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Динамичная презентация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59BDC7-4E05-2A5B-EC80-62CCB3664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3552" y="540000"/>
            <a:ext cx="6107460" cy="2011680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Узнайте, как выступать энергично, чтобы оставить неизгладимое впечатление</a:t>
            </a:r>
          </a:p>
          <a:p>
            <a:pPr rtl="0"/>
            <a:r>
              <a:rPr lang="ru-RU"/>
              <a:t>Одной из целей эффективного общения является мотивация аудитории</a:t>
            </a:r>
          </a:p>
        </p:txBody>
      </p:sp>
      <p:graphicFrame>
        <p:nvGraphicFramePr>
          <p:cNvPr id="10" name="Местозаполнитель таблицы 2">
            <a:extLst>
              <a:ext uri="{FF2B5EF4-FFF2-40B4-BE49-F238E27FC236}">
                <a16:creationId xmlns:a16="http://schemas.microsoft.com/office/drawing/2014/main" id="{87D6886D-B5A1-1F5D-F70E-3462D3F53FF1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196381568"/>
              </p:ext>
            </p:extLst>
          </p:nvPr>
        </p:nvGraphicFramePr>
        <p:xfrm>
          <a:off x="541337" y="3487738"/>
          <a:ext cx="11109324" cy="27841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275751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611191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611191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2611191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428804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/>
                      <a:r>
                        <a:rPr lang="ru-RU" dirty="0">
                          <a:latin typeface="Calibri Light" panose="020F0302020204030204" pitchFamily="34" charset="0"/>
                        </a:rPr>
                        <a:t>Метрика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/>
                      <a:r>
                        <a:rPr lang="ru-RU" dirty="0">
                          <a:latin typeface="Calibri Light" panose="020F0302020204030204" pitchFamily="34" charset="0"/>
                        </a:rPr>
                        <a:t>Измерение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/>
                      <a:r>
                        <a:rPr lang="ru-RU" dirty="0">
                          <a:latin typeface="Calibri Light" panose="020F0302020204030204" pitchFamily="34" charset="0"/>
                        </a:rPr>
                        <a:t>Целевой показатель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/>
                      <a:r>
                        <a:rPr lang="ru-RU" dirty="0" err="1">
                          <a:latin typeface="Calibri Light" panose="020F0302020204030204" pitchFamily="34" charset="0"/>
                        </a:rPr>
                        <a:t>ФактическиеЗначения</a:t>
                      </a:r>
                      <a:endParaRPr lang="ru-RU" dirty="0">
                        <a:latin typeface="Calibri Light" panose="020F03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428804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/>
                      <a:r>
                        <a:rPr lang="ru-RU" dirty="0">
                          <a:latin typeface="Calibri Light" panose="020F0302020204030204" pitchFamily="34" charset="0"/>
                        </a:rPr>
                        <a:t>Привлечение аудитории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/>
                      <a:r>
                        <a:rPr lang="ru-RU" dirty="0">
                          <a:latin typeface="Calibri Light" panose="020F0302020204030204" pitchFamily="34" charset="0"/>
                        </a:rPr>
                        <a:t>Количество участников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/>
                      <a:r>
                        <a:rPr lang="ru-RU" dirty="0">
                          <a:latin typeface="Calibri Light" panose="020F0302020204030204" pitchFamily="34" charset="0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/>
                      <a:r>
                        <a:rPr lang="ru-RU" dirty="0">
                          <a:latin typeface="Calibri Light" panose="020F0302020204030204" pitchFamily="34" charset="0"/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428804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/>
                      <a:r>
                        <a:rPr lang="ru-RU" dirty="0">
                          <a:latin typeface="Calibri Light" panose="020F0302020204030204" pitchFamily="34" charset="0"/>
                        </a:rPr>
                        <a:t>Длительность взаимодействия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/>
                      <a:r>
                        <a:rPr lang="ru-RU" dirty="0">
                          <a:latin typeface="Calibri Light" panose="020F0302020204030204" pitchFamily="34" charset="0"/>
                        </a:rPr>
                        <a:t>Минут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/>
                      <a:r>
                        <a:rPr lang="ru-RU" dirty="0">
                          <a:latin typeface="Calibri Light" panose="020F0302020204030204" pitchFamily="34" charset="0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/>
                      <a:r>
                        <a:rPr lang="ru-RU" dirty="0">
                          <a:latin typeface="Calibri Light" panose="020F0302020204030204" pitchFamily="34" charset="0"/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428804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/>
                      <a:r>
                        <a:rPr lang="ru-RU" dirty="0">
                          <a:latin typeface="Calibri Light" panose="020F0302020204030204" pitchFamily="34" charset="0"/>
                        </a:rPr>
                        <a:t>Взаимодействие в ходе сеанса вопросов и ответов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/>
                      <a:r>
                        <a:rPr lang="ru-RU" dirty="0">
                          <a:latin typeface="Calibri Light" panose="020F0302020204030204" pitchFamily="34" charset="0"/>
                        </a:rPr>
                        <a:t>Количество вопросов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/>
                      <a:r>
                        <a:rPr lang="ru-RU" dirty="0">
                          <a:latin typeface="Calibri Light" panose="020F030202020403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/>
                      <a:r>
                        <a:rPr lang="ru-RU" dirty="0">
                          <a:latin typeface="Calibri Light" panose="020F0302020204030204" pitchFamily="34" charset="0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428804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/>
                      <a:r>
                        <a:rPr lang="ru-RU" dirty="0">
                          <a:latin typeface="Calibri Light" panose="020F0302020204030204" pitchFamily="34" charset="0"/>
                        </a:rPr>
                        <a:t>Положительный отзыв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/>
                      <a:r>
                        <a:rPr lang="ru-RU" dirty="0">
                          <a:latin typeface="Calibri Light" panose="020F0302020204030204" pitchFamily="34" charset="0"/>
                        </a:rPr>
                        <a:t>Процент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/>
                      <a:r>
                        <a:rPr lang="ru-RU" dirty="0">
                          <a:latin typeface="Calibri Light" panose="020F0302020204030204" pitchFamily="34" charset="0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/>
                      <a:r>
                        <a:rPr lang="ru-RU" dirty="0">
                          <a:latin typeface="Calibri Light" panose="020F0302020204030204" pitchFamily="34" charset="0"/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428804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/>
                      <a:r>
                        <a:rPr lang="ru-RU" dirty="0">
                          <a:latin typeface="Calibri Light" panose="020F0302020204030204" pitchFamily="34" charset="0"/>
                        </a:rPr>
                        <a:t>Степень усвоения информации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/>
                      <a:r>
                        <a:rPr lang="ru-RU" dirty="0">
                          <a:latin typeface="Calibri Light" panose="020F0302020204030204" pitchFamily="34" charset="0"/>
                        </a:rPr>
                        <a:t>Процент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/>
                      <a:r>
                        <a:rPr lang="ru-RU" dirty="0">
                          <a:latin typeface="Calibri Light" panose="020F0302020204030204" pitchFamily="34" charset="0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/>
                      <a:r>
                        <a:rPr lang="ru-RU" dirty="0">
                          <a:latin typeface="Calibri Light" panose="020F0302020204030204" pitchFamily="34" charset="0"/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7191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832A43-A135-E306-2FB5-19EDC6C63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1677" y="548640"/>
            <a:ext cx="4663440" cy="137160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Итоговые советы и рекомендации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A4F8F7-4B55-C424-6405-19AE9A19EEB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48640" y="548640"/>
            <a:ext cx="5575300" cy="5656016"/>
          </a:xfrm>
        </p:spPr>
        <p:txBody>
          <a:bodyPr rtlCol="0" anchor="ctr" anchorCtr="0"/>
          <a:lstStyle>
            <a:defPPr>
              <a:defRPr lang="ru-RU"/>
            </a:defPPr>
          </a:lstStyle>
          <a:p>
            <a:pPr rtl="0"/>
            <a:r>
              <a:rPr lang="ru-RU" dirty="0"/>
              <a:t>Постоянно репетируйте</a:t>
            </a:r>
          </a:p>
          <a:p>
            <a:pPr lvl="1" rtl="0"/>
            <a:r>
              <a:rPr lang="ru-RU" dirty="0"/>
              <a:t>Углубляйте знакомство с предметом</a:t>
            </a:r>
          </a:p>
          <a:p>
            <a:pPr rtl="0"/>
            <a:r>
              <a:rPr lang="ru-RU" dirty="0"/>
              <a:t>Оттачивайте умение выступать</a:t>
            </a:r>
          </a:p>
          <a:p>
            <a:pPr lvl="1" rtl="0"/>
            <a:r>
              <a:rPr lang="ru-RU" dirty="0"/>
              <a:t>Темп, тон и ударение</a:t>
            </a:r>
          </a:p>
          <a:p>
            <a:pPr rtl="0"/>
            <a:r>
              <a:rPr lang="ru-RU" dirty="0"/>
              <a:t>Темп и переход от одного слайда к другому</a:t>
            </a:r>
          </a:p>
          <a:p>
            <a:pPr lvl="1" rtl="0"/>
            <a:r>
              <a:rPr lang="ru-RU" dirty="0"/>
              <a:t>Вырабатывайте профессиональный, уверенный стиль выступления</a:t>
            </a:r>
          </a:p>
          <a:p>
            <a:pPr rtl="0"/>
            <a:r>
              <a:rPr lang="ru-RU" dirty="0"/>
              <a:t>Практикуйтесь со слушателями</a:t>
            </a:r>
          </a:p>
          <a:p>
            <a:pPr lvl="1" rtl="0"/>
            <a:r>
              <a:rPr lang="ru-RU" dirty="0"/>
              <a:t>Попросите коллег послушать вас и оценить выступление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68280C0-0E9D-3C24-020F-F4E30349EC0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091676" y="2751236"/>
            <a:ext cx="4663440" cy="345342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Ищите обратную связь</a:t>
            </a:r>
          </a:p>
          <a:p>
            <a:pPr rtl="0"/>
            <a:r>
              <a:rPr lang="ru-RU" dirty="0"/>
              <a:t>Обдумывайте результаты</a:t>
            </a:r>
          </a:p>
          <a:p>
            <a:pPr rtl="0"/>
            <a:r>
              <a:rPr lang="ru-RU" dirty="0"/>
              <a:t>Изучайте новые методы</a:t>
            </a:r>
          </a:p>
          <a:p>
            <a:pPr rtl="0"/>
            <a:r>
              <a:rPr lang="ru-RU" dirty="0"/>
              <a:t>Ставьте себе цели</a:t>
            </a:r>
          </a:p>
          <a:p>
            <a:pPr rtl="0"/>
            <a:r>
              <a:rPr lang="ru-RU" dirty="0"/>
              <a:t>Повторяйте и приспосабливайтесь</a:t>
            </a:r>
          </a:p>
        </p:txBody>
      </p:sp>
    </p:spTree>
    <p:extLst>
      <p:ext uri="{BB962C8B-B14F-4D97-AF65-F5344CB8AC3E}">
        <p14:creationId xmlns:p14="http://schemas.microsoft.com/office/powerpoint/2010/main" val="3264145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E3D94DD-3026-C941-CB76-D2C80611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250" y="418012"/>
            <a:ext cx="10058400" cy="109728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таблица</a:t>
            </a:r>
          </a:p>
        </p:txBody>
      </p:sp>
      <p:graphicFrame>
        <p:nvGraphicFramePr>
          <p:cNvPr id="4" name="Местозаполнитель таблицы 3">
            <a:extLst>
              <a:ext uri="{FF2B5EF4-FFF2-40B4-BE49-F238E27FC236}">
                <a16:creationId xmlns:a16="http://schemas.microsoft.com/office/drawing/2014/main" id="{D098B105-DEB9-BEAD-F386-38FB8773B26C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170184121"/>
              </p:ext>
            </p:extLst>
          </p:nvPr>
        </p:nvGraphicFramePr>
        <p:xfrm>
          <a:off x="882650" y="2200415"/>
          <a:ext cx="10515600" cy="360824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493340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rtl="0"/>
                      <a:r>
                        <a:rPr lang="ru-RU" dirty="0">
                          <a:latin typeface="Calibri Light" panose="020F0302020204030204" pitchFamily="34" charset="0"/>
                        </a:rPr>
                        <a:t>Фактор влияния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rtl="0"/>
                      <a:r>
                        <a:rPr lang="ru-RU" dirty="0">
                          <a:latin typeface="Calibri Light" panose="020F0302020204030204" pitchFamily="34" charset="0"/>
                        </a:rPr>
                        <a:t>Измерение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rtl="0"/>
                      <a:r>
                        <a:rPr lang="ru-RU" dirty="0">
                          <a:latin typeface="Calibri Light" panose="020F0302020204030204" pitchFamily="34" charset="0"/>
                        </a:rPr>
                        <a:t>Целевой показатель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rtl="0"/>
                      <a:r>
                        <a:rPr lang="ru-RU" dirty="0">
                          <a:latin typeface="Calibri Light" panose="020F0302020204030204" pitchFamily="34" charset="0"/>
                        </a:rPr>
                        <a:t>Достигнуто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597330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rtl="0"/>
                      <a:r>
                        <a:rPr lang="ru-RU" dirty="0">
                          <a:latin typeface="Calibri Light" panose="020F0302020204030204" pitchFamily="34" charset="0"/>
                        </a:rPr>
                        <a:t>Взаимодействие с аудиторией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rtl="0"/>
                      <a:r>
                        <a:rPr lang="ru-RU" dirty="0">
                          <a:latin typeface="Calibri Light" panose="020F0302020204030204" pitchFamily="34" charset="0"/>
                        </a:rPr>
                        <a:t>Процент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rtl="0"/>
                      <a:r>
                        <a:rPr lang="ru-RU" dirty="0">
                          <a:latin typeface="Calibri Light" panose="020F0302020204030204" pitchFamily="34" charset="0"/>
                        </a:rPr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rtl="0"/>
                      <a:r>
                        <a:rPr lang="ru-RU" dirty="0">
                          <a:latin typeface="Calibri Light" panose="020F0302020204030204" pitchFamily="34" charset="0"/>
                        </a:rPr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597330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rtl="0"/>
                      <a:r>
                        <a:rPr lang="ru-RU" dirty="0">
                          <a:latin typeface="Calibri Light" panose="020F0302020204030204" pitchFamily="34" charset="0"/>
                        </a:rPr>
                        <a:t>Усвоение знаний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rtl="0"/>
                      <a:r>
                        <a:rPr lang="ru-RU" dirty="0">
                          <a:latin typeface="Calibri Light" panose="020F0302020204030204" pitchFamily="34" charset="0"/>
                        </a:rPr>
                        <a:t>Процент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rtl="0"/>
                      <a:r>
                        <a:rPr lang="ru-RU" dirty="0">
                          <a:latin typeface="Calibri Light" panose="020F0302020204030204" pitchFamily="34" charset="0"/>
                        </a:rPr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rtl="0"/>
                      <a:r>
                        <a:rPr lang="ru-RU" dirty="0">
                          <a:latin typeface="Calibri Light" panose="020F0302020204030204" pitchFamily="34" charset="0"/>
                        </a:rPr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08347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rtl="0"/>
                      <a:r>
                        <a:rPr lang="ru-RU" dirty="0">
                          <a:latin typeface="Calibri Light" panose="020F0302020204030204" pitchFamily="34" charset="0"/>
                        </a:rPr>
                        <a:t>Опросы после презентации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rtl="0"/>
                      <a:r>
                        <a:rPr lang="ru-RU" dirty="0">
                          <a:latin typeface="Calibri Light" panose="020F0302020204030204" pitchFamily="34" charset="0"/>
                        </a:rPr>
                        <a:t>Средняя оценка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rtl="0"/>
                      <a:r>
                        <a:rPr lang="ru-RU" dirty="0">
                          <a:latin typeface="Calibri Light" panose="020F0302020204030204" pitchFamily="34" charset="0"/>
                        </a:rPr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rtl="0"/>
                      <a:r>
                        <a:rPr lang="ru-RU" dirty="0">
                          <a:latin typeface="Calibri Light" panose="020F0302020204030204" pitchFamily="34" charset="0"/>
                        </a:rPr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597330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rtl="0"/>
                      <a:r>
                        <a:rPr lang="ru-RU" dirty="0">
                          <a:latin typeface="Calibri Light" panose="020F0302020204030204" pitchFamily="34" charset="0"/>
                        </a:rPr>
                        <a:t>Доля рекомендаций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rtl="0"/>
                      <a:r>
                        <a:rPr lang="ru-RU" dirty="0">
                          <a:latin typeface="Calibri Light" panose="020F0302020204030204" pitchFamily="34" charset="0"/>
                        </a:rPr>
                        <a:t>Процент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rtl="0"/>
                      <a:r>
                        <a:rPr lang="ru-RU" dirty="0">
                          <a:latin typeface="Calibri Light" panose="020F030202020403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rtl="0"/>
                      <a:r>
                        <a:rPr lang="ru-RU" dirty="0">
                          <a:latin typeface="Calibri Light" panose="020F0302020204030204" pitchFamily="34" charset="0"/>
                        </a:rPr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608347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rtl="0"/>
                      <a:r>
                        <a:rPr lang="ru-RU" dirty="0">
                          <a:latin typeface="Calibri Light" panose="020F0302020204030204" pitchFamily="34" charset="0"/>
                        </a:rPr>
                        <a:t>Возможности совместной работы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rtl="0"/>
                      <a:r>
                        <a:rPr lang="ru-RU" dirty="0">
                          <a:latin typeface="Calibri Light" panose="020F0302020204030204" pitchFamily="34" charset="0"/>
                        </a:rPr>
                        <a:t>Количество возможностей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rtl="0"/>
                      <a:r>
                        <a:rPr lang="ru-RU" dirty="0">
                          <a:latin typeface="Calibri Light" panose="020F030202020403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rtl="0"/>
                      <a:r>
                        <a:rPr lang="ru-RU" dirty="0">
                          <a:latin typeface="Calibri Light" panose="020F0302020204030204" pitchFamily="34" charset="0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9421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9152CD-4C4C-9E44-BE9B-72AB9835E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0326" y="539751"/>
            <a:ext cx="4451349" cy="208222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Спасибо за внимание!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3F2E30C-1333-5529-886B-FD732D3DCB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0326" y="4248000"/>
            <a:ext cx="4451349" cy="208222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Марта Артемьева</a:t>
            </a:r>
          </a:p>
          <a:p>
            <a:pPr rtl="0"/>
            <a:r>
              <a:rPr lang="ru-RU"/>
              <a:t>502-555-0152</a:t>
            </a:r>
          </a:p>
          <a:p>
            <a:pPr rtl="0"/>
            <a:r>
              <a:rPr lang="ru-RU"/>
              <a:t>brita@firstupconsultants.com</a:t>
            </a:r>
          </a:p>
          <a:p>
            <a:pPr rtl="0"/>
            <a:r>
              <a:rPr lang="ru-RU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3684793955"/>
      </p:ext>
    </p:extLst>
  </p:cSld>
  <p:clrMapOvr>
    <a:masterClrMapping/>
  </p:clrMapOvr>
</p:sld>
</file>

<file path=ppt/theme/theme1.xml><?xml version="1.0" encoding="utf-8"?>
<a:theme xmlns:a="http://schemas.openxmlformats.org/drawingml/2006/main" name="LeafVTI">
  <a:themeElements>
    <a:clrScheme name="Leaf">
      <a:dk1>
        <a:sysClr val="windowText" lastClr="000000"/>
      </a:dk1>
      <a:lt1>
        <a:sysClr val="window" lastClr="FFFFFF"/>
      </a:lt1>
      <a:dk2>
        <a:srgbClr val="732124"/>
      </a:dk2>
      <a:lt2>
        <a:srgbClr val="F0EDE5"/>
      </a:lt2>
      <a:accent1>
        <a:srgbClr val="D34817"/>
      </a:accent1>
      <a:accent2>
        <a:srgbClr val="A68D65"/>
      </a:accent2>
      <a:accent3>
        <a:srgbClr val="728377"/>
      </a:accent3>
      <a:accent4>
        <a:srgbClr val="B4797B"/>
      </a:accent4>
      <a:accent5>
        <a:srgbClr val="CE8439"/>
      </a:accent5>
      <a:accent6>
        <a:srgbClr val="CF3A2A"/>
      </a:accent6>
      <a:hlink>
        <a:srgbClr val="D06853"/>
      </a:hlink>
      <a:folHlink>
        <a:srgbClr val="B67779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Calibri Light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39732_win32_SL_V4" id="{52CD7D06-EB0F-4442-B8CC-D6797E66CEC9}" vid="{71772D25-A8C7-4B89-A7D4-19332CD2B2D4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3A5F18C-93E4-4C3A-A312-44EF0CB57A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33059B-AF8D-467E-BDB3-CD063FDD209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87FEE6A-70C7-4994-95E7-698D6AC488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</TotalTime>
  <Words>698</Words>
  <Application>Microsoft Macintosh PowerPoint</Application>
  <PresentationFormat>Широкоэкранный</PresentationFormat>
  <Paragraphs>154</Paragraphs>
  <Slides>19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Rockwell Nova Light</vt:lpstr>
      <vt:lpstr>Wingdings</vt:lpstr>
      <vt:lpstr>LeafVTI</vt:lpstr>
      <vt:lpstr>Качество сна и бодрствования </vt:lpstr>
      <vt:lpstr>Введение</vt:lpstr>
      <vt:lpstr>Время Отхода ко сну и пробуждения</vt:lpstr>
      <vt:lpstr>Время Отхода ко сну и пробуждения</vt:lpstr>
      <vt:lpstr>Влияние времени отхода ко сну на качество сна</vt:lpstr>
      <vt:lpstr>Динамика падения самочуствия с количеством сна</vt:lpstr>
      <vt:lpstr>Длительность сна и качество по дням недели</vt:lpstr>
      <vt:lpstr>Выводы и рекомендации</vt:lpstr>
      <vt:lpstr>Как победить неуверенность в себе</vt:lpstr>
      <vt:lpstr>Повестка дня</vt:lpstr>
      <vt:lpstr>Сила коммуникации</vt:lpstr>
      <vt:lpstr>Вовлечение слушателей</vt:lpstr>
      <vt:lpstr>Выбор визуальных средств</vt:lpstr>
      <vt:lpstr>Эффективные методы презентации</vt:lpstr>
      <vt:lpstr>Навигация по сеансам вопросов и ответов</vt:lpstr>
      <vt:lpstr>Динамичная презентация</vt:lpstr>
      <vt:lpstr>Итоговые советы и рекомендации</vt:lpstr>
      <vt:lpstr>таблица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Сиразетдинов Азат Ниязович</cp:lastModifiedBy>
  <cp:revision>28</cp:revision>
  <dcterms:created xsi:type="dcterms:W3CDTF">2026-01-09T09:54:15Z</dcterms:created>
  <dcterms:modified xsi:type="dcterms:W3CDTF">2026-01-09T13:57:26Z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